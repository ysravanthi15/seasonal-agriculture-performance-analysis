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1"/>
  </p:notesMasterIdLst>
  <p:handoutMasterIdLst>
    <p:handoutMasterId r:id="rId32"/>
  </p:handoutMasterIdLst>
  <p:sldIdLst>
    <p:sldId id="338" r:id="rId5"/>
    <p:sldId id="327" r:id="rId6"/>
    <p:sldId id="315" r:id="rId7"/>
    <p:sldId id="329" r:id="rId8"/>
    <p:sldId id="302" r:id="rId9"/>
    <p:sldId id="339" r:id="rId10"/>
    <p:sldId id="340" r:id="rId11"/>
    <p:sldId id="344" r:id="rId12"/>
    <p:sldId id="345" r:id="rId13"/>
    <p:sldId id="347" r:id="rId14"/>
    <p:sldId id="346" r:id="rId15"/>
    <p:sldId id="350" r:id="rId16"/>
    <p:sldId id="353" r:id="rId17"/>
    <p:sldId id="349" r:id="rId18"/>
    <p:sldId id="352" r:id="rId19"/>
    <p:sldId id="351" r:id="rId20"/>
    <p:sldId id="348" r:id="rId21"/>
    <p:sldId id="356" r:id="rId22"/>
    <p:sldId id="355" r:id="rId23"/>
    <p:sldId id="359" r:id="rId24"/>
    <p:sldId id="357" r:id="rId25"/>
    <p:sldId id="358" r:id="rId26"/>
    <p:sldId id="341" r:id="rId27"/>
    <p:sldId id="342" r:id="rId28"/>
    <p:sldId id="343" r:id="rId29"/>
    <p:sldId id="30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906E24-FBDF-4E4B-8AEC-6A058A370800}" v="24" dt="2026-09-07T14:07:01.23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5033" autoAdjust="0"/>
  </p:normalViewPr>
  <p:slideViewPr>
    <p:cSldViewPr snapToGrid="0">
      <p:cViewPr varScale="1">
        <p:scale>
          <a:sx n="82" d="100"/>
          <a:sy n="82" d="100"/>
        </p:scale>
        <p:origin x="557"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3MH1A4464" userId="d535f7e2-8158-47e3-92f2-8d2fb8d76222" providerId="ADAL" clId="{8757D9E0-1ECA-40B3-BFE3-C97FBDCB9FDF}"/>
    <pc:docChg chg="undo custSel addSld delSld modSld sldOrd">
      <pc:chgData name="23MH1A4464" userId="d535f7e2-8158-47e3-92f2-8d2fb8d76222" providerId="ADAL" clId="{8757D9E0-1ECA-40B3-BFE3-C97FBDCB9FDF}" dt="2026-09-07T14:17:34.945" v="706" actId="207"/>
      <pc:docMkLst>
        <pc:docMk/>
      </pc:docMkLst>
      <pc:sldChg chg="modSp mod">
        <pc:chgData name="23MH1A4464" userId="d535f7e2-8158-47e3-92f2-8d2fb8d76222" providerId="ADAL" clId="{8757D9E0-1ECA-40B3-BFE3-C97FBDCB9FDF}" dt="2026-09-06T15:55:53.091" v="346" actId="27636"/>
        <pc:sldMkLst>
          <pc:docMk/>
          <pc:sldMk cId="1341901065" sldId="302"/>
        </pc:sldMkLst>
        <pc:spChg chg="mod">
          <ac:chgData name="23MH1A4464" userId="d535f7e2-8158-47e3-92f2-8d2fb8d76222" providerId="ADAL" clId="{8757D9E0-1ECA-40B3-BFE3-C97FBDCB9FDF}" dt="2026-09-06T15:55:53.091" v="346" actId="27636"/>
          <ac:spMkLst>
            <pc:docMk/>
            <pc:sldMk cId="1341901065" sldId="302"/>
            <ac:spMk id="7" creationId="{B21C28F5-3CA3-4B78-B5C9-550C00BB3174}"/>
          </ac:spMkLst>
        </pc:spChg>
      </pc:sldChg>
      <pc:sldChg chg="addSp delSp modSp mod">
        <pc:chgData name="23MH1A4464" userId="d535f7e2-8158-47e3-92f2-8d2fb8d76222" providerId="ADAL" clId="{8757D9E0-1ECA-40B3-BFE3-C97FBDCB9FDF}" dt="2026-09-07T14:17:14.689" v="705" actId="1076"/>
        <pc:sldMkLst>
          <pc:docMk/>
          <pc:sldMk cId="3401748718" sldId="304"/>
        </pc:sldMkLst>
        <pc:spChg chg="del mod">
          <ac:chgData name="23MH1A4464" userId="d535f7e2-8158-47e3-92f2-8d2fb8d76222" providerId="ADAL" clId="{8757D9E0-1ECA-40B3-BFE3-C97FBDCB9FDF}" dt="2026-09-07T14:16:58.537" v="697" actId="478"/>
          <ac:spMkLst>
            <pc:docMk/>
            <pc:sldMk cId="3401748718" sldId="304"/>
            <ac:spMk id="3" creationId="{D88C20CF-C1EE-4092-B52D-FD4AB2AB2508}"/>
          </ac:spMkLst>
        </pc:spChg>
        <pc:spChg chg="add del mod">
          <ac:chgData name="23MH1A4464" userId="d535f7e2-8158-47e3-92f2-8d2fb8d76222" providerId="ADAL" clId="{8757D9E0-1ECA-40B3-BFE3-C97FBDCB9FDF}" dt="2026-09-07T14:17:02.279" v="699" actId="478"/>
          <ac:spMkLst>
            <pc:docMk/>
            <pc:sldMk cId="3401748718" sldId="304"/>
            <ac:spMk id="6" creationId="{805EF6DE-68C9-EB80-C347-C063C3D3B615}"/>
          </ac:spMkLst>
        </pc:spChg>
        <pc:spChg chg="del">
          <ac:chgData name="23MH1A4464" userId="d535f7e2-8158-47e3-92f2-8d2fb8d76222" providerId="ADAL" clId="{8757D9E0-1ECA-40B3-BFE3-C97FBDCB9FDF}" dt="2026-09-06T15:59:41.599" v="398" actId="478"/>
          <ac:spMkLst>
            <pc:docMk/>
            <pc:sldMk cId="3401748718" sldId="304"/>
            <ac:spMk id="12" creationId="{BC277FD7-925B-4C3D-A364-118403201507}"/>
          </ac:spMkLst>
        </pc:spChg>
        <pc:picChg chg="add mod">
          <ac:chgData name="23MH1A4464" userId="d535f7e2-8158-47e3-92f2-8d2fb8d76222" providerId="ADAL" clId="{8757D9E0-1ECA-40B3-BFE3-C97FBDCB9FDF}" dt="2026-09-07T14:17:14.689" v="705" actId="1076"/>
          <ac:picMkLst>
            <pc:docMk/>
            <pc:sldMk cId="3401748718" sldId="304"/>
            <ac:picMk id="4" creationId="{E256AE57-C7BB-93BD-72A5-F7C6D9870910}"/>
          </ac:picMkLst>
        </pc:picChg>
      </pc:sldChg>
      <pc:sldChg chg="addSp delSp modSp mod">
        <pc:chgData name="23MH1A4464" userId="d535f7e2-8158-47e3-92f2-8d2fb8d76222" providerId="ADAL" clId="{8757D9E0-1ECA-40B3-BFE3-C97FBDCB9FDF}" dt="2026-09-06T15:53:42.704" v="311" actId="255"/>
        <pc:sldMkLst>
          <pc:docMk/>
          <pc:sldMk cId="3696770303" sldId="315"/>
        </pc:sldMkLst>
        <pc:spChg chg="add del mod">
          <ac:chgData name="23MH1A4464" userId="d535f7e2-8158-47e3-92f2-8d2fb8d76222" providerId="ADAL" clId="{8757D9E0-1ECA-40B3-BFE3-C97FBDCB9FDF}" dt="2026-09-06T12:44:34.397" v="259"/>
          <ac:spMkLst>
            <pc:docMk/>
            <pc:sldMk cId="3696770303" sldId="315"/>
            <ac:spMk id="2" creationId="{562B91AC-4072-0178-9CBA-27976ED9978B}"/>
          </ac:spMkLst>
        </pc:spChg>
        <pc:spChg chg="mod">
          <ac:chgData name="23MH1A4464" userId="d535f7e2-8158-47e3-92f2-8d2fb8d76222" providerId="ADAL" clId="{8757D9E0-1ECA-40B3-BFE3-C97FBDCB9FDF}" dt="2026-09-06T15:53:42.704" v="311" actId="255"/>
          <ac:spMkLst>
            <pc:docMk/>
            <pc:sldMk cId="3696770303" sldId="315"/>
            <ac:spMk id="3" creationId="{EBF2FBC7-3552-4F01-BB27-8BEEE74F7277}"/>
          </ac:spMkLst>
        </pc:spChg>
        <pc:spChg chg="add mod">
          <ac:chgData name="23MH1A4464" userId="d535f7e2-8158-47e3-92f2-8d2fb8d76222" providerId="ADAL" clId="{8757D9E0-1ECA-40B3-BFE3-C97FBDCB9FDF}" dt="2026-09-06T15:51:58.131" v="302" actId="207"/>
          <ac:spMkLst>
            <pc:docMk/>
            <pc:sldMk cId="3696770303" sldId="315"/>
            <ac:spMk id="7" creationId="{1C2ED556-008C-35D7-0CAB-CE625AD8622E}"/>
          </ac:spMkLst>
        </pc:spChg>
      </pc:sldChg>
      <pc:sldChg chg="modSp mod">
        <pc:chgData name="23MH1A4464" userId="d535f7e2-8158-47e3-92f2-8d2fb8d76222" providerId="ADAL" clId="{8757D9E0-1ECA-40B3-BFE3-C97FBDCB9FDF}" dt="2026-09-06T15:53:32.629" v="310" actId="27636"/>
        <pc:sldMkLst>
          <pc:docMk/>
          <pc:sldMk cId="3098548442" sldId="327"/>
        </pc:sldMkLst>
        <pc:spChg chg="mod">
          <ac:chgData name="23MH1A4464" userId="d535f7e2-8158-47e3-92f2-8d2fb8d76222" providerId="ADAL" clId="{8757D9E0-1ECA-40B3-BFE3-C97FBDCB9FDF}" dt="2026-09-06T12:44:46.173" v="260" actId="1076"/>
          <ac:spMkLst>
            <pc:docMk/>
            <pc:sldMk cId="3098548442" sldId="327"/>
            <ac:spMk id="2" creationId="{E46E4DD1-270B-4C80-AFF0-EB26F132AF36}"/>
          </ac:spMkLst>
        </pc:spChg>
        <pc:spChg chg="mod">
          <ac:chgData name="23MH1A4464" userId="d535f7e2-8158-47e3-92f2-8d2fb8d76222" providerId="ADAL" clId="{8757D9E0-1ECA-40B3-BFE3-C97FBDCB9FDF}" dt="2026-09-06T15:53:32.629" v="310" actId="27636"/>
          <ac:spMkLst>
            <pc:docMk/>
            <pc:sldMk cId="3098548442" sldId="327"/>
            <ac:spMk id="4" creationId="{777CC02B-F7C6-47A8-8C3E-C57C417D9EA3}"/>
          </ac:spMkLst>
        </pc:spChg>
      </pc:sldChg>
      <pc:sldChg chg="modSp mod">
        <pc:chgData name="23MH1A4464" userId="d535f7e2-8158-47e3-92f2-8d2fb8d76222" providerId="ADAL" clId="{8757D9E0-1ECA-40B3-BFE3-C97FBDCB9FDF}" dt="2026-09-06T15:54:09.122" v="314" actId="1076"/>
        <pc:sldMkLst>
          <pc:docMk/>
          <pc:sldMk cId="48075006" sldId="329"/>
        </pc:sldMkLst>
        <pc:spChg chg="mod">
          <ac:chgData name="23MH1A4464" userId="d535f7e2-8158-47e3-92f2-8d2fb8d76222" providerId="ADAL" clId="{8757D9E0-1ECA-40B3-BFE3-C97FBDCB9FDF}" dt="2026-09-06T15:50:13.783" v="299" actId="1076"/>
          <ac:spMkLst>
            <pc:docMk/>
            <pc:sldMk cId="48075006" sldId="329"/>
            <ac:spMk id="2" creationId="{664E3B60-2780-459A-8583-F095D5E7463A}"/>
          </ac:spMkLst>
        </pc:spChg>
        <pc:spChg chg="mod">
          <ac:chgData name="23MH1A4464" userId="d535f7e2-8158-47e3-92f2-8d2fb8d76222" providerId="ADAL" clId="{8757D9E0-1ECA-40B3-BFE3-C97FBDCB9FDF}" dt="2026-09-06T15:54:09.122" v="314" actId="1076"/>
          <ac:spMkLst>
            <pc:docMk/>
            <pc:sldMk cId="48075006" sldId="329"/>
            <ac:spMk id="4" creationId="{1A4A072B-83C6-4607-AE6A-5AD61CC72C44}"/>
          </ac:spMkLst>
        </pc:spChg>
      </pc:sldChg>
      <pc:sldChg chg="addSp delSp modSp mod">
        <pc:chgData name="23MH1A4464" userId="d535f7e2-8158-47e3-92f2-8d2fb8d76222" providerId="ADAL" clId="{8757D9E0-1ECA-40B3-BFE3-C97FBDCB9FDF}" dt="2026-09-07T13:53:27.160" v="408" actId="1076"/>
        <pc:sldMkLst>
          <pc:docMk/>
          <pc:sldMk cId="1604013440" sldId="338"/>
        </pc:sldMkLst>
        <pc:spChg chg="mod">
          <ac:chgData name="23MH1A4464" userId="d535f7e2-8158-47e3-92f2-8d2fb8d76222" providerId="ADAL" clId="{8757D9E0-1ECA-40B3-BFE3-C97FBDCB9FDF}" dt="2026-09-07T13:53:23.271" v="407" actId="1076"/>
          <ac:spMkLst>
            <pc:docMk/>
            <pc:sldMk cId="1604013440" sldId="338"/>
            <ac:spMk id="2" creationId="{7201737A-B873-4D1D-8A41-5ABF5184BC8F}"/>
          </ac:spMkLst>
        </pc:spChg>
        <pc:spChg chg="mod">
          <ac:chgData name="23MH1A4464" userId="d535f7e2-8158-47e3-92f2-8d2fb8d76222" providerId="ADAL" clId="{8757D9E0-1ECA-40B3-BFE3-C97FBDCB9FDF}" dt="2026-09-07T13:53:27.160" v="408" actId="1076"/>
          <ac:spMkLst>
            <pc:docMk/>
            <pc:sldMk cId="1604013440" sldId="338"/>
            <ac:spMk id="3" creationId="{17F04107-8754-E47D-3375-529E689711FA}"/>
          </ac:spMkLst>
        </pc:spChg>
        <pc:spChg chg="mod">
          <ac:chgData name="23MH1A4464" userId="d535f7e2-8158-47e3-92f2-8d2fb8d76222" providerId="ADAL" clId="{8757D9E0-1ECA-40B3-BFE3-C97FBDCB9FDF}" dt="2026-09-07T13:53:19.029" v="406" actId="1076"/>
          <ac:spMkLst>
            <pc:docMk/>
            <pc:sldMk cId="1604013440" sldId="338"/>
            <ac:spMk id="4" creationId="{92056599-CDAA-4367-BEF8-31D6E32518C8}"/>
          </ac:spMkLst>
        </pc:spChg>
        <pc:spChg chg="add del mod">
          <ac:chgData name="23MH1A4464" userId="d535f7e2-8158-47e3-92f2-8d2fb8d76222" providerId="ADAL" clId="{8757D9E0-1ECA-40B3-BFE3-C97FBDCB9FDF}" dt="2026-09-06T12:32:28.552" v="166"/>
          <ac:spMkLst>
            <pc:docMk/>
            <pc:sldMk cId="1604013440" sldId="338"/>
            <ac:spMk id="5" creationId="{AFE0F550-DDD6-0535-923B-F5C00ED30765}"/>
          </ac:spMkLst>
        </pc:spChg>
        <pc:spChg chg="add del mod">
          <ac:chgData name="23MH1A4464" userId="d535f7e2-8158-47e3-92f2-8d2fb8d76222" providerId="ADAL" clId="{8757D9E0-1ECA-40B3-BFE3-C97FBDCB9FDF}" dt="2026-09-06T12:32:32.244" v="169" actId="478"/>
          <ac:spMkLst>
            <pc:docMk/>
            <pc:sldMk cId="1604013440" sldId="338"/>
            <ac:spMk id="7" creationId="{90E20506-D002-66C7-58B8-D3614779EC51}"/>
          </ac:spMkLst>
        </pc:spChg>
      </pc:sldChg>
      <pc:sldChg chg="addSp modSp mod">
        <pc:chgData name="23MH1A4464" userId="d535f7e2-8158-47e3-92f2-8d2fb8d76222" providerId="ADAL" clId="{8757D9E0-1ECA-40B3-BFE3-C97FBDCB9FDF}" dt="2026-09-07T13:55:55.344" v="427" actId="14100"/>
        <pc:sldMkLst>
          <pc:docMk/>
          <pc:sldMk cId="1086225493" sldId="339"/>
        </pc:sldMkLst>
        <pc:picChg chg="add mod">
          <ac:chgData name="23MH1A4464" userId="d535f7e2-8158-47e3-92f2-8d2fb8d76222" providerId="ADAL" clId="{8757D9E0-1ECA-40B3-BFE3-C97FBDCB9FDF}" dt="2026-09-07T13:55:48.854" v="425" actId="14100"/>
          <ac:picMkLst>
            <pc:docMk/>
            <pc:sldMk cId="1086225493" sldId="339"/>
            <ac:picMk id="2" creationId="{D64EA3F6-C8AA-616C-632E-1BEAB823E83F}"/>
          </ac:picMkLst>
        </pc:picChg>
        <pc:picChg chg="add mod">
          <ac:chgData name="23MH1A4464" userId="d535f7e2-8158-47e3-92f2-8d2fb8d76222" providerId="ADAL" clId="{8757D9E0-1ECA-40B3-BFE3-C97FBDCB9FDF}" dt="2026-09-07T13:55:55.344" v="427" actId="14100"/>
          <ac:picMkLst>
            <pc:docMk/>
            <pc:sldMk cId="1086225493" sldId="339"/>
            <ac:picMk id="3" creationId="{FE5BC963-3BFB-6430-30A5-F55619C91C49}"/>
          </ac:picMkLst>
        </pc:picChg>
      </pc:sldChg>
      <pc:sldChg chg="addSp delSp modSp mod">
        <pc:chgData name="23MH1A4464" userId="d535f7e2-8158-47e3-92f2-8d2fb8d76222" providerId="ADAL" clId="{8757D9E0-1ECA-40B3-BFE3-C97FBDCB9FDF}" dt="2026-09-07T13:57:27.307" v="446" actId="1076"/>
        <pc:sldMkLst>
          <pc:docMk/>
          <pc:sldMk cId="3849627828" sldId="340"/>
        </pc:sldMkLst>
        <pc:spChg chg="del mod">
          <ac:chgData name="23MH1A4464" userId="d535f7e2-8158-47e3-92f2-8d2fb8d76222" providerId="ADAL" clId="{8757D9E0-1ECA-40B3-BFE3-C97FBDCB9FDF}" dt="2026-09-07T13:56:38.645" v="435" actId="478"/>
          <ac:spMkLst>
            <pc:docMk/>
            <pc:sldMk cId="3849627828" sldId="340"/>
            <ac:spMk id="10" creationId="{3A64DB11-806F-1A4C-E0D5-D745D29CED50}"/>
          </ac:spMkLst>
        </pc:spChg>
        <pc:picChg chg="add mod">
          <ac:chgData name="23MH1A4464" userId="d535f7e2-8158-47e3-92f2-8d2fb8d76222" providerId="ADAL" clId="{8757D9E0-1ECA-40B3-BFE3-C97FBDCB9FDF}" dt="2026-09-07T13:57:27.307" v="446" actId="1076"/>
          <ac:picMkLst>
            <pc:docMk/>
            <pc:sldMk cId="3849627828" sldId="340"/>
            <ac:picMk id="2" creationId="{0CFD1F49-5578-27CD-BAFA-E919F11A3999}"/>
          </ac:picMkLst>
        </pc:picChg>
        <pc:picChg chg="add mod">
          <ac:chgData name="23MH1A4464" userId="d535f7e2-8158-47e3-92f2-8d2fb8d76222" providerId="ADAL" clId="{8757D9E0-1ECA-40B3-BFE3-C97FBDCB9FDF}" dt="2026-09-07T13:57:19.072" v="444" actId="1076"/>
          <ac:picMkLst>
            <pc:docMk/>
            <pc:sldMk cId="3849627828" sldId="340"/>
            <ac:picMk id="3" creationId="{792E80FE-20B4-299E-11C1-6F0C79AEBD8E}"/>
          </ac:picMkLst>
        </pc:picChg>
      </pc:sldChg>
      <pc:sldChg chg="addSp delSp modSp mod">
        <pc:chgData name="23MH1A4464" userId="d535f7e2-8158-47e3-92f2-8d2fb8d76222" providerId="ADAL" clId="{8757D9E0-1ECA-40B3-BFE3-C97FBDCB9FDF}" dt="2026-09-07T14:17:34.945" v="706" actId="207"/>
        <pc:sldMkLst>
          <pc:docMk/>
          <pc:sldMk cId="776828144" sldId="341"/>
        </pc:sldMkLst>
        <pc:spChg chg="add del mod">
          <ac:chgData name="23MH1A4464" userId="d535f7e2-8158-47e3-92f2-8d2fb8d76222" providerId="ADAL" clId="{8757D9E0-1ECA-40B3-BFE3-C97FBDCB9FDF}" dt="2026-09-06T15:56:30.706" v="349" actId="478"/>
          <ac:spMkLst>
            <pc:docMk/>
            <pc:sldMk cId="776828144" sldId="341"/>
            <ac:spMk id="2" creationId="{75350C8C-69B4-00FF-4840-414C3C73858E}"/>
          </ac:spMkLst>
        </pc:spChg>
        <pc:spChg chg="add mod">
          <ac:chgData name="23MH1A4464" userId="d535f7e2-8158-47e3-92f2-8d2fb8d76222" providerId="ADAL" clId="{8757D9E0-1ECA-40B3-BFE3-C97FBDCB9FDF}" dt="2026-09-07T14:17:34.945" v="706" actId="207"/>
          <ac:spMkLst>
            <pc:docMk/>
            <pc:sldMk cId="776828144" sldId="341"/>
            <ac:spMk id="6" creationId="{DE29E4C9-6649-01C8-C46D-7704717C0009}"/>
          </ac:spMkLst>
        </pc:spChg>
      </pc:sldChg>
      <pc:sldChg chg="addSp delSp modSp mod">
        <pc:chgData name="23MH1A4464" userId="d535f7e2-8158-47e3-92f2-8d2fb8d76222" providerId="ADAL" clId="{8757D9E0-1ECA-40B3-BFE3-C97FBDCB9FDF}" dt="2026-09-06T15:59:13.467" v="392"/>
        <pc:sldMkLst>
          <pc:docMk/>
          <pc:sldMk cId="3863610428" sldId="342"/>
        </pc:sldMkLst>
        <pc:spChg chg="add del mod">
          <ac:chgData name="23MH1A4464" userId="d535f7e2-8158-47e3-92f2-8d2fb8d76222" providerId="ADAL" clId="{8757D9E0-1ECA-40B3-BFE3-C97FBDCB9FDF}" dt="2026-09-06T15:59:13.467" v="392"/>
          <ac:spMkLst>
            <pc:docMk/>
            <pc:sldMk cId="3863610428" sldId="342"/>
            <ac:spMk id="2" creationId="{F1564B06-FEA9-C485-61D0-F72204A7B242}"/>
          </ac:spMkLst>
        </pc:spChg>
        <pc:spChg chg="mod">
          <ac:chgData name="23MH1A4464" userId="d535f7e2-8158-47e3-92f2-8d2fb8d76222" providerId="ADAL" clId="{8757D9E0-1ECA-40B3-BFE3-C97FBDCB9FDF}" dt="2026-09-06T15:58:26.380" v="384"/>
          <ac:spMkLst>
            <pc:docMk/>
            <pc:sldMk cId="3863610428" sldId="342"/>
            <ac:spMk id="3" creationId="{5F0B37E4-66B1-8633-7266-68B321742757}"/>
          </ac:spMkLst>
        </pc:spChg>
        <pc:spChg chg="mod">
          <ac:chgData name="23MH1A4464" userId="d535f7e2-8158-47e3-92f2-8d2fb8d76222" providerId="ADAL" clId="{8757D9E0-1ECA-40B3-BFE3-C97FBDCB9FDF}" dt="2026-09-06T15:58:08.412" v="383" actId="1076"/>
          <ac:spMkLst>
            <pc:docMk/>
            <pc:sldMk cId="3863610428" sldId="342"/>
            <ac:spMk id="4" creationId="{901A2257-2F98-CB88-038E-C0F1D0A1A363}"/>
          </ac:spMkLst>
        </pc:spChg>
        <pc:picChg chg="add mod">
          <ac:chgData name="23MH1A4464" userId="d535f7e2-8158-47e3-92f2-8d2fb8d76222" providerId="ADAL" clId="{8757D9E0-1ECA-40B3-BFE3-C97FBDCB9FDF}" dt="2026-09-06T15:59:12.790" v="390" actId="1076"/>
          <ac:picMkLst>
            <pc:docMk/>
            <pc:sldMk cId="3863610428" sldId="342"/>
            <ac:picMk id="6" creationId="{96A6E70D-70ED-C614-B8CC-6F78D09D556C}"/>
          </ac:picMkLst>
        </pc:picChg>
      </pc:sldChg>
      <pc:sldChg chg="addSp delSp modSp mod">
        <pc:chgData name="23MH1A4464" userId="d535f7e2-8158-47e3-92f2-8d2fb8d76222" providerId="ADAL" clId="{8757D9E0-1ECA-40B3-BFE3-C97FBDCB9FDF}" dt="2026-09-06T16:07:23.434" v="404"/>
        <pc:sldMkLst>
          <pc:docMk/>
          <pc:sldMk cId="3962802212" sldId="343"/>
        </pc:sldMkLst>
        <pc:spChg chg="add del mod">
          <ac:chgData name="23MH1A4464" userId="d535f7e2-8158-47e3-92f2-8d2fb8d76222" providerId="ADAL" clId="{8757D9E0-1ECA-40B3-BFE3-C97FBDCB9FDF}" dt="2026-09-06T16:07:23.434" v="404"/>
          <ac:spMkLst>
            <pc:docMk/>
            <pc:sldMk cId="3962802212" sldId="343"/>
            <ac:spMk id="2" creationId="{B2F0C96A-ADB4-8A30-B5D9-7C04CB16BAFC}"/>
          </ac:spMkLst>
        </pc:spChg>
        <pc:picChg chg="add mod">
          <ac:chgData name="23MH1A4464" userId="d535f7e2-8158-47e3-92f2-8d2fb8d76222" providerId="ADAL" clId="{8757D9E0-1ECA-40B3-BFE3-C97FBDCB9FDF}" dt="2026-09-06T16:07:21.984" v="402" actId="14100"/>
          <ac:picMkLst>
            <pc:docMk/>
            <pc:sldMk cId="3962802212" sldId="343"/>
            <ac:picMk id="6" creationId="{0F4B8B64-477E-71C6-769B-0B3DDB17C90B}"/>
          </ac:picMkLst>
        </pc:picChg>
      </pc:sldChg>
      <pc:sldChg chg="addSp delSp modSp mod">
        <pc:chgData name="23MH1A4464" userId="d535f7e2-8158-47e3-92f2-8d2fb8d76222" providerId="ADAL" clId="{8757D9E0-1ECA-40B3-BFE3-C97FBDCB9FDF}" dt="2026-09-07T13:59:19.240" v="471" actId="14100"/>
        <pc:sldMkLst>
          <pc:docMk/>
          <pc:sldMk cId="1698901770" sldId="344"/>
        </pc:sldMkLst>
        <pc:spChg chg="add del mod">
          <ac:chgData name="23MH1A4464" userId="d535f7e2-8158-47e3-92f2-8d2fb8d76222" providerId="ADAL" clId="{8757D9E0-1ECA-40B3-BFE3-C97FBDCB9FDF}" dt="2026-09-07T13:57:51.284" v="448" actId="21"/>
          <ac:spMkLst>
            <pc:docMk/>
            <pc:sldMk cId="1698901770" sldId="344"/>
            <ac:spMk id="3" creationId="{0ACD295E-5859-FFA1-1E4F-5CA611184442}"/>
          </ac:spMkLst>
        </pc:spChg>
        <pc:spChg chg="add del mod">
          <ac:chgData name="23MH1A4464" userId="d535f7e2-8158-47e3-92f2-8d2fb8d76222" providerId="ADAL" clId="{8757D9E0-1ECA-40B3-BFE3-C97FBDCB9FDF}" dt="2026-09-07T13:58:07.707" v="452" actId="478"/>
          <ac:spMkLst>
            <pc:docMk/>
            <pc:sldMk cId="1698901770" sldId="344"/>
            <ac:spMk id="9" creationId="{E449812D-AF12-4201-FEE0-4CF98FAB8DBD}"/>
          </ac:spMkLst>
        </pc:spChg>
        <pc:spChg chg="add del">
          <ac:chgData name="23MH1A4464" userId="d535f7e2-8158-47e3-92f2-8d2fb8d76222" providerId="ADAL" clId="{8757D9E0-1ECA-40B3-BFE3-C97FBDCB9FDF}" dt="2026-09-07T13:57:57.627" v="449" actId="478"/>
          <ac:spMkLst>
            <pc:docMk/>
            <pc:sldMk cId="1698901770" sldId="344"/>
            <ac:spMk id="10" creationId="{B6E3B1C7-6A8B-23EE-6251-DC1067C6ADE9}"/>
          </ac:spMkLst>
        </pc:spChg>
        <pc:picChg chg="add mod">
          <ac:chgData name="23MH1A4464" userId="d535f7e2-8158-47e3-92f2-8d2fb8d76222" providerId="ADAL" clId="{8757D9E0-1ECA-40B3-BFE3-C97FBDCB9FDF}" dt="2026-09-07T13:58:51.079" v="464" actId="14100"/>
          <ac:picMkLst>
            <pc:docMk/>
            <pc:sldMk cId="1698901770" sldId="344"/>
            <ac:picMk id="11" creationId="{80AF9BEB-B9C3-4E1D-0F36-705F9ABCACB5}"/>
          </ac:picMkLst>
        </pc:picChg>
        <pc:picChg chg="add mod">
          <ac:chgData name="23MH1A4464" userId="d535f7e2-8158-47e3-92f2-8d2fb8d76222" providerId="ADAL" clId="{8757D9E0-1ECA-40B3-BFE3-C97FBDCB9FDF}" dt="2026-09-07T13:59:19.240" v="471" actId="14100"/>
          <ac:picMkLst>
            <pc:docMk/>
            <pc:sldMk cId="1698901770" sldId="344"/>
            <ac:picMk id="12" creationId="{CDBF44DD-760C-A1D0-18A8-5E73140E31E0}"/>
          </ac:picMkLst>
        </pc:picChg>
      </pc:sldChg>
      <pc:sldChg chg="addSp delSp modSp mod">
        <pc:chgData name="23MH1A4464" userId="d535f7e2-8158-47e3-92f2-8d2fb8d76222" providerId="ADAL" clId="{8757D9E0-1ECA-40B3-BFE3-C97FBDCB9FDF}" dt="2026-09-07T14:15:21.578" v="682" actId="14100"/>
        <pc:sldMkLst>
          <pc:docMk/>
          <pc:sldMk cId="1903979828" sldId="345"/>
        </pc:sldMkLst>
        <pc:spChg chg="add del mod">
          <ac:chgData name="23MH1A4464" userId="d535f7e2-8158-47e3-92f2-8d2fb8d76222" providerId="ADAL" clId="{8757D9E0-1ECA-40B3-BFE3-C97FBDCB9FDF}" dt="2026-09-07T13:59:31.759" v="475" actId="478"/>
          <ac:spMkLst>
            <pc:docMk/>
            <pc:sldMk cId="1903979828" sldId="345"/>
            <ac:spMk id="3" creationId="{932B5CEE-F882-D517-E1C5-354D75FE7BEC}"/>
          </ac:spMkLst>
        </pc:spChg>
        <pc:spChg chg="del mod">
          <ac:chgData name="23MH1A4464" userId="d535f7e2-8158-47e3-92f2-8d2fb8d76222" providerId="ADAL" clId="{8757D9E0-1ECA-40B3-BFE3-C97FBDCB9FDF}" dt="2026-09-07T13:59:27.649" v="473" actId="478"/>
          <ac:spMkLst>
            <pc:docMk/>
            <pc:sldMk cId="1903979828" sldId="345"/>
            <ac:spMk id="10" creationId="{2B7B89A1-9444-8322-CADC-42D31D698FA8}"/>
          </ac:spMkLst>
        </pc:spChg>
        <pc:picChg chg="add mod">
          <ac:chgData name="23MH1A4464" userId="d535f7e2-8158-47e3-92f2-8d2fb8d76222" providerId="ADAL" clId="{8757D9E0-1ECA-40B3-BFE3-C97FBDCB9FDF}" dt="2026-09-07T14:15:09.173" v="677" actId="14100"/>
          <ac:picMkLst>
            <pc:docMk/>
            <pc:sldMk cId="1903979828" sldId="345"/>
            <ac:picMk id="6" creationId="{778E10D5-4D31-95A2-AD4C-0D2191F3CBA7}"/>
          </ac:picMkLst>
        </pc:picChg>
        <pc:picChg chg="add mod">
          <ac:chgData name="23MH1A4464" userId="d535f7e2-8158-47e3-92f2-8d2fb8d76222" providerId="ADAL" clId="{8757D9E0-1ECA-40B3-BFE3-C97FBDCB9FDF}" dt="2026-09-07T14:15:21.578" v="682" actId="14100"/>
          <ac:picMkLst>
            <pc:docMk/>
            <pc:sldMk cId="1903979828" sldId="345"/>
            <ac:picMk id="9" creationId="{0B328A39-5856-F224-A100-9E9E5CF7D318}"/>
          </ac:picMkLst>
        </pc:picChg>
      </pc:sldChg>
      <pc:sldChg chg="addSp delSp modSp mod">
        <pc:chgData name="23MH1A4464" userId="d535f7e2-8158-47e3-92f2-8d2fb8d76222" providerId="ADAL" clId="{8757D9E0-1ECA-40B3-BFE3-C97FBDCB9FDF}" dt="2026-09-07T14:14:44.636" v="673" actId="1076"/>
        <pc:sldMkLst>
          <pc:docMk/>
          <pc:sldMk cId="1421522261" sldId="346"/>
        </pc:sldMkLst>
        <pc:spChg chg="add del mod">
          <ac:chgData name="23MH1A4464" userId="d535f7e2-8158-47e3-92f2-8d2fb8d76222" providerId="ADAL" clId="{8757D9E0-1ECA-40B3-BFE3-C97FBDCB9FDF}" dt="2026-09-07T14:00:44.199" v="495" actId="478"/>
          <ac:spMkLst>
            <pc:docMk/>
            <pc:sldMk cId="1421522261" sldId="346"/>
            <ac:spMk id="3" creationId="{F3BA2C29-39EA-087C-D217-548BA6205904}"/>
          </ac:spMkLst>
        </pc:spChg>
        <pc:spChg chg="del mod">
          <ac:chgData name="23MH1A4464" userId="d535f7e2-8158-47e3-92f2-8d2fb8d76222" providerId="ADAL" clId="{8757D9E0-1ECA-40B3-BFE3-C97FBDCB9FDF}" dt="2026-09-07T14:00:40.848" v="493" actId="478"/>
          <ac:spMkLst>
            <pc:docMk/>
            <pc:sldMk cId="1421522261" sldId="346"/>
            <ac:spMk id="10" creationId="{F85C769B-425A-FE3B-E47A-3B747985DC52}"/>
          </ac:spMkLst>
        </pc:spChg>
        <pc:picChg chg="add mod">
          <ac:chgData name="23MH1A4464" userId="d535f7e2-8158-47e3-92f2-8d2fb8d76222" providerId="ADAL" clId="{8757D9E0-1ECA-40B3-BFE3-C97FBDCB9FDF}" dt="2026-09-07T14:14:34.002" v="669" actId="1076"/>
          <ac:picMkLst>
            <pc:docMk/>
            <pc:sldMk cId="1421522261" sldId="346"/>
            <ac:picMk id="6" creationId="{94125A3C-C5C0-738D-7210-F1FDBB56DB45}"/>
          </ac:picMkLst>
        </pc:picChg>
        <pc:picChg chg="add mod">
          <ac:chgData name="23MH1A4464" userId="d535f7e2-8158-47e3-92f2-8d2fb8d76222" providerId="ADAL" clId="{8757D9E0-1ECA-40B3-BFE3-C97FBDCB9FDF}" dt="2026-09-07T14:14:44.636" v="673" actId="1076"/>
          <ac:picMkLst>
            <pc:docMk/>
            <pc:sldMk cId="1421522261" sldId="346"/>
            <ac:picMk id="9" creationId="{DBB5C11D-6E74-D634-D7AF-B74A4D56CBE3}"/>
          </ac:picMkLst>
        </pc:picChg>
      </pc:sldChg>
      <pc:sldChg chg="addSp delSp modSp add mod ord">
        <pc:chgData name="23MH1A4464" userId="d535f7e2-8158-47e3-92f2-8d2fb8d76222" providerId="ADAL" clId="{8757D9E0-1ECA-40B3-BFE3-C97FBDCB9FDF}" dt="2026-09-07T14:15:54.499" v="692" actId="14100"/>
        <pc:sldMkLst>
          <pc:docMk/>
          <pc:sldMk cId="3114588470" sldId="347"/>
        </pc:sldMkLst>
        <pc:spChg chg="add del mod">
          <ac:chgData name="23MH1A4464" userId="d535f7e2-8158-47e3-92f2-8d2fb8d76222" providerId="ADAL" clId="{8757D9E0-1ECA-40B3-BFE3-C97FBDCB9FDF}" dt="2026-09-07T14:00:14.876" v="484" actId="478"/>
          <ac:spMkLst>
            <pc:docMk/>
            <pc:sldMk cId="3114588470" sldId="347"/>
            <ac:spMk id="3" creationId="{FE2E1D7C-912C-A6DD-BB3E-AD9DF804A1E3}"/>
          </ac:spMkLst>
        </pc:spChg>
        <pc:spChg chg="del mod">
          <ac:chgData name="23MH1A4464" userId="d535f7e2-8158-47e3-92f2-8d2fb8d76222" providerId="ADAL" clId="{8757D9E0-1ECA-40B3-BFE3-C97FBDCB9FDF}" dt="2026-09-07T14:00:11.046" v="482" actId="478"/>
          <ac:spMkLst>
            <pc:docMk/>
            <pc:sldMk cId="3114588470" sldId="347"/>
            <ac:spMk id="10" creationId="{7317A9D8-4629-1044-BE1C-6044603F7F88}"/>
          </ac:spMkLst>
        </pc:spChg>
        <pc:picChg chg="add mod">
          <ac:chgData name="23MH1A4464" userId="d535f7e2-8158-47e3-92f2-8d2fb8d76222" providerId="ADAL" clId="{8757D9E0-1ECA-40B3-BFE3-C97FBDCB9FDF}" dt="2026-09-07T14:15:42.581" v="688" actId="14100"/>
          <ac:picMkLst>
            <pc:docMk/>
            <pc:sldMk cId="3114588470" sldId="347"/>
            <ac:picMk id="6" creationId="{5AD0B388-ED86-4FBB-E4B6-F096F0D3A93A}"/>
          </ac:picMkLst>
        </pc:picChg>
        <pc:picChg chg="add mod">
          <ac:chgData name="23MH1A4464" userId="d535f7e2-8158-47e3-92f2-8d2fb8d76222" providerId="ADAL" clId="{8757D9E0-1ECA-40B3-BFE3-C97FBDCB9FDF}" dt="2026-09-07T14:15:54.499" v="692" actId="14100"/>
          <ac:picMkLst>
            <pc:docMk/>
            <pc:sldMk cId="3114588470" sldId="347"/>
            <ac:picMk id="9" creationId="{43CEDC8B-5AD0-F1AF-7CA4-E052BCEC51E8}"/>
          </ac:picMkLst>
        </pc:picChg>
      </pc:sldChg>
      <pc:sldChg chg="addSp modSp add mod">
        <pc:chgData name="23MH1A4464" userId="d535f7e2-8158-47e3-92f2-8d2fb8d76222" providerId="ADAL" clId="{8757D9E0-1ECA-40B3-BFE3-C97FBDCB9FDF}" dt="2026-09-07T14:11:28.098" v="620" actId="14100"/>
        <pc:sldMkLst>
          <pc:docMk/>
          <pc:sldMk cId="2697586920" sldId="348"/>
        </pc:sldMkLst>
        <pc:picChg chg="add mod">
          <ac:chgData name="23MH1A4464" userId="d535f7e2-8158-47e3-92f2-8d2fb8d76222" providerId="ADAL" clId="{8757D9E0-1ECA-40B3-BFE3-C97FBDCB9FDF}" dt="2026-09-07T14:11:23.291" v="619" actId="14100"/>
          <ac:picMkLst>
            <pc:docMk/>
            <pc:sldMk cId="2697586920" sldId="348"/>
            <ac:picMk id="2" creationId="{FDED85FB-D406-3BA4-0AB2-0D5935784CBD}"/>
          </ac:picMkLst>
        </pc:picChg>
        <pc:picChg chg="add mod">
          <ac:chgData name="23MH1A4464" userId="d535f7e2-8158-47e3-92f2-8d2fb8d76222" providerId="ADAL" clId="{8757D9E0-1ECA-40B3-BFE3-C97FBDCB9FDF}" dt="2026-09-07T14:11:28.098" v="620" actId="14100"/>
          <ac:picMkLst>
            <pc:docMk/>
            <pc:sldMk cId="2697586920" sldId="348"/>
            <ac:picMk id="3" creationId="{1D158E8D-1348-1DCC-4F42-FA383B9897C7}"/>
          </ac:picMkLst>
        </pc:picChg>
      </pc:sldChg>
      <pc:sldChg chg="addSp modSp add mod">
        <pc:chgData name="23MH1A4464" userId="d535f7e2-8158-47e3-92f2-8d2fb8d76222" providerId="ADAL" clId="{8757D9E0-1ECA-40B3-BFE3-C97FBDCB9FDF}" dt="2026-09-07T14:13:34.889" v="653" actId="14100"/>
        <pc:sldMkLst>
          <pc:docMk/>
          <pc:sldMk cId="2087804838" sldId="349"/>
        </pc:sldMkLst>
        <pc:picChg chg="add mod">
          <ac:chgData name="23MH1A4464" userId="d535f7e2-8158-47e3-92f2-8d2fb8d76222" providerId="ADAL" clId="{8757D9E0-1ECA-40B3-BFE3-C97FBDCB9FDF}" dt="2026-09-07T14:13:16.083" v="648" actId="14100"/>
          <ac:picMkLst>
            <pc:docMk/>
            <pc:sldMk cId="2087804838" sldId="349"/>
            <ac:picMk id="2" creationId="{F7FFF82A-1D1D-98CD-5727-AB995D191E46}"/>
          </ac:picMkLst>
        </pc:picChg>
        <pc:picChg chg="add mod">
          <ac:chgData name="23MH1A4464" userId="d535f7e2-8158-47e3-92f2-8d2fb8d76222" providerId="ADAL" clId="{8757D9E0-1ECA-40B3-BFE3-C97FBDCB9FDF}" dt="2026-09-07T14:13:34.889" v="653" actId="14100"/>
          <ac:picMkLst>
            <pc:docMk/>
            <pc:sldMk cId="2087804838" sldId="349"/>
            <ac:picMk id="3" creationId="{8A01CDA4-7790-A68C-E3BB-FCE8004B316D}"/>
          </ac:picMkLst>
        </pc:picChg>
      </pc:sldChg>
      <pc:sldChg chg="addSp modSp add mod">
        <pc:chgData name="23MH1A4464" userId="d535f7e2-8158-47e3-92f2-8d2fb8d76222" providerId="ADAL" clId="{8757D9E0-1ECA-40B3-BFE3-C97FBDCB9FDF}" dt="2026-09-07T14:14:20.463" v="665" actId="14100"/>
        <pc:sldMkLst>
          <pc:docMk/>
          <pc:sldMk cId="2507175597" sldId="350"/>
        </pc:sldMkLst>
        <pc:picChg chg="add mod">
          <ac:chgData name="23MH1A4464" userId="d535f7e2-8158-47e3-92f2-8d2fb8d76222" providerId="ADAL" clId="{8757D9E0-1ECA-40B3-BFE3-C97FBDCB9FDF}" dt="2026-09-07T14:14:09.736" v="663" actId="1076"/>
          <ac:picMkLst>
            <pc:docMk/>
            <pc:sldMk cId="2507175597" sldId="350"/>
            <ac:picMk id="2" creationId="{FB45017A-5661-F1C7-5BAB-E1086C936A31}"/>
          </ac:picMkLst>
        </pc:picChg>
        <pc:picChg chg="add mod">
          <ac:chgData name="23MH1A4464" userId="d535f7e2-8158-47e3-92f2-8d2fb8d76222" providerId="ADAL" clId="{8757D9E0-1ECA-40B3-BFE3-C97FBDCB9FDF}" dt="2026-09-07T14:14:20.463" v="665" actId="14100"/>
          <ac:picMkLst>
            <pc:docMk/>
            <pc:sldMk cId="2507175597" sldId="350"/>
            <ac:picMk id="3" creationId="{E0486C16-7371-B9AF-2F45-6222835AE24E}"/>
          </ac:picMkLst>
        </pc:picChg>
      </pc:sldChg>
      <pc:sldChg chg="addSp modSp add mod">
        <pc:chgData name="23MH1A4464" userId="d535f7e2-8158-47e3-92f2-8d2fb8d76222" providerId="ADAL" clId="{8757D9E0-1ECA-40B3-BFE3-C97FBDCB9FDF}" dt="2026-09-07T14:12:10.028" v="633" actId="1076"/>
        <pc:sldMkLst>
          <pc:docMk/>
          <pc:sldMk cId="124562387" sldId="351"/>
        </pc:sldMkLst>
        <pc:picChg chg="add mod">
          <ac:chgData name="23MH1A4464" userId="d535f7e2-8158-47e3-92f2-8d2fb8d76222" providerId="ADAL" clId="{8757D9E0-1ECA-40B3-BFE3-C97FBDCB9FDF}" dt="2026-09-07T14:11:58.750" v="629" actId="1076"/>
          <ac:picMkLst>
            <pc:docMk/>
            <pc:sldMk cId="124562387" sldId="351"/>
            <ac:picMk id="2" creationId="{42821A1B-FAF4-8D31-D185-1C9882244006}"/>
          </ac:picMkLst>
        </pc:picChg>
        <pc:picChg chg="add mod">
          <ac:chgData name="23MH1A4464" userId="d535f7e2-8158-47e3-92f2-8d2fb8d76222" providerId="ADAL" clId="{8757D9E0-1ECA-40B3-BFE3-C97FBDCB9FDF}" dt="2026-09-07T14:12:10.028" v="633" actId="1076"/>
          <ac:picMkLst>
            <pc:docMk/>
            <pc:sldMk cId="124562387" sldId="351"/>
            <ac:picMk id="3" creationId="{8650D596-3225-3D80-B293-59C0F6125B48}"/>
          </ac:picMkLst>
        </pc:picChg>
      </pc:sldChg>
      <pc:sldChg chg="addSp modSp add mod">
        <pc:chgData name="23MH1A4464" userId="d535f7e2-8158-47e3-92f2-8d2fb8d76222" providerId="ADAL" clId="{8757D9E0-1ECA-40B3-BFE3-C97FBDCB9FDF}" dt="2026-09-07T14:12:43.648" v="641" actId="1076"/>
        <pc:sldMkLst>
          <pc:docMk/>
          <pc:sldMk cId="2529562773" sldId="352"/>
        </pc:sldMkLst>
        <pc:picChg chg="add mod">
          <ac:chgData name="23MH1A4464" userId="d535f7e2-8158-47e3-92f2-8d2fb8d76222" providerId="ADAL" clId="{8757D9E0-1ECA-40B3-BFE3-C97FBDCB9FDF}" dt="2026-09-07T14:12:29.348" v="636" actId="1076"/>
          <ac:picMkLst>
            <pc:docMk/>
            <pc:sldMk cId="2529562773" sldId="352"/>
            <ac:picMk id="2" creationId="{8DE99368-6305-B616-8E9F-EFCA1A74F504}"/>
          </ac:picMkLst>
        </pc:picChg>
        <pc:picChg chg="add mod">
          <ac:chgData name="23MH1A4464" userId="d535f7e2-8158-47e3-92f2-8d2fb8d76222" providerId="ADAL" clId="{8757D9E0-1ECA-40B3-BFE3-C97FBDCB9FDF}" dt="2026-09-07T14:12:43.648" v="641" actId="1076"/>
          <ac:picMkLst>
            <pc:docMk/>
            <pc:sldMk cId="2529562773" sldId="352"/>
            <ac:picMk id="3" creationId="{A808CE6B-96C9-97B2-EC65-C9278C670077}"/>
          </ac:picMkLst>
        </pc:picChg>
      </pc:sldChg>
      <pc:sldChg chg="addSp modSp add mod ord">
        <pc:chgData name="23MH1A4464" userId="d535f7e2-8158-47e3-92f2-8d2fb8d76222" providerId="ADAL" clId="{8757D9E0-1ECA-40B3-BFE3-C97FBDCB9FDF}" dt="2026-09-07T14:13:55.482" v="659" actId="1076"/>
        <pc:sldMkLst>
          <pc:docMk/>
          <pc:sldMk cId="258482656" sldId="353"/>
        </pc:sldMkLst>
        <pc:picChg chg="add mod">
          <ac:chgData name="23MH1A4464" userId="d535f7e2-8158-47e3-92f2-8d2fb8d76222" providerId="ADAL" clId="{8757D9E0-1ECA-40B3-BFE3-C97FBDCB9FDF}" dt="2026-09-07T14:13:47.731" v="656" actId="1076"/>
          <ac:picMkLst>
            <pc:docMk/>
            <pc:sldMk cId="258482656" sldId="353"/>
            <ac:picMk id="2" creationId="{277E2AA6-F20B-0135-0711-6EB0BBA70A2D}"/>
          </ac:picMkLst>
        </pc:picChg>
        <pc:picChg chg="add mod">
          <ac:chgData name="23MH1A4464" userId="d535f7e2-8158-47e3-92f2-8d2fb8d76222" providerId="ADAL" clId="{8757D9E0-1ECA-40B3-BFE3-C97FBDCB9FDF}" dt="2026-09-07T14:13:55.482" v="659" actId="1076"/>
          <ac:picMkLst>
            <pc:docMk/>
            <pc:sldMk cId="258482656" sldId="353"/>
            <ac:picMk id="3" creationId="{3F255A2D-74BE-345D-4A42-2AF371EAA647}"/>
          </ac:picMkLst>
        </pc:picChg>
      </pc:sldChg>
      <pc:sldChg chg="add del">
        <pc:chgData name="23MH1A4464" userId="d535f7e2-8158-47e3-92f2-8d2fb8d76222" providerId="ADAL" clId="{8757D9E0-1ECA-40B3-BFE3-C97FBDCB9FDF}" dt="2026-09-07T14:08:54.260" v="590" actId="47"/>
        <pc:sldMkLst>
          <pc:docMk/>
          <pc:sldMk cId="594638468" sldId="354"/>
        </pc:sldMkLst>
      </pc:sldChg>
      <pc:sldChg chg="addSp modSp add mod">
        <pc:chgData name="23MH1A4464" userId="d535f7e2-8158-47e3-92f2-8d2fb8d76222" providerId="ADAL" clId="{8757D9E0-1ECA-40B3-BFE3-C97FBDCB9FDF}" dt="2026-09-07T14:06:44.932" v="557" actId="1076"/>
        <pc:sldMkLst>
          <pc:docMk/>
          <pc:sldMk cId="2729562317" sldId="355"/>
        </pc:sldMkLst>
        <pc:picChg chg="add mod">
          <ac:chgData name="23MH1A4464" userId="d535f7e2-8158-47e3-92f2-8d2fb8d76222" providerId="ADAL" clId="{8757D9E0-1ECA-40B3-BFE3-C97FBDCB9FDF}" dt="2026-09-07T14:06:37.701" v="555" actId="14100"/>
          <ac:picMkLst>
            <pc:docMk/>
            <pc:sldMk cId="2729562317" sldId="355"/>
            <ac:picMk id="2" creationId="{54920F81-7AA1-30DB-8518-E585F387CF1F}"/>
          </ac:picMkLst>
        </pc:picChg>
        <pc:picChg chg="add mod">
          <ac:chgData name="23MH1A4464" userId="d535f7e2-8158-47e3-92f2-8d2fb8d76222" providerId="ADAL" clId="{8757D9E0-1ECA-40B3-BFE3-C97FBDCB9FDF}" dt="2026-09-07T14:06:44.932" v="557" actId="1076"/>
          <ac:picMkLst>
            <pc:docMk/>
            <pc:sldMk cId="2729562317" sldId="355"/>
            <ac:picMk id="3" creationId="{0E1D87B3-2C01-5FE0-F8BF-59CC516F3B03}"/>
          </ac:picMkLst>
        </pc:picChg>
      </pc:sldChg>
      <pc:sldChg chg="addSp modSp add mod">
        <pc:chgData name="23MH1A4464" userId="d535f7e2-8158-47e3-92f2-8d2fb8d76222" providerId="ADAL" clId="{8757D9E0-1ECA-40B3-BFE3-C97FBDCB9FDF}" dt="2026-09-07T14:10:40.144" v="609" actId="1076"/>
        <pc:sldMkLst>
          <pc:docMk/>
          <pc:sldMk cId="2784151027" sldId="356"/>
        </pc:sldMkLst>
        <pc:picChg chg="add mod">
          <ac:chgData name="23MH1A4464" userId="d535f7e2-8158-47e3-92f2-8d2fb8d76222" providerId="ADAL" clId="{8757D9E0-1ECA-40B3-BFE3-C97FBDCB9FDF}" dt="2026-09-07T14:10:19.623" v="600" actId="1076"/>
          <ac:picMkLst>
            <pc:docMk/>
            <pc:sldMk cId="2784151027" sldId="356"/>
            <ac:picMk id="2" creationId="{8066E8A4-F81C-6261-9EDE-480714C9EF5E}"/>
          </ac:picMkLst>
        </pc:picChg>
        <pc:picChg chg="add mod">
          <ac:chgData name="23MH1A4464" userId="d535f7e2-8158-47e3-92f2-8d2fb8d76222" providerId="ADAL" clId="{8757D9E0-1ECA-40B3-BFE3-C97FBDCB9FDF}" dt="2026-09-07T14:10:40.144" v="609" actId="1076"/>
          <ac:picMkLst>
            <pc:docMk/>
            <pc:sldMk cId="2784151027" sldId="356"/>
            <ac:picMk id="3" creationId="{A15290CF-86F0-BD77-1001-5FE8B44B5F48}"/>
          </ac:picMkLst>
        </pc:picChg>
      </pc:sldChg>
      <pc:sldChg chg="addSp modSp add mod">
        <pc:chgData name="23MH1A4464" userId="d535f7e2-8158-47e3-92f2-8d2fb8d76222" providerId="ADAL" clId="{8757D9E0-1ECA-40B3-BFE3-C97FBDCB9FDF}" dt="2026-09-07T14:08:33.642" v="586" actId="14100"/>
        <pc:sldMkLst>
          <pc:docMk/>
          <pc:sldMk cId="2914939321" sldId="357"/>
        </pc:sldMkLst>
        <pc:picChg chg="add mod">
          <ac:chgData name="23MH1A4464" userId="d535f7e2-8158-47e3-92f2-8d2fb8d76222" providerId="ADAL" clId="{8757D9E0-1ECA-40B3-BFE3-C97FBDCB9FDF}" dt="2026-09-07T14:08:11.216" v="581" actId="1076"/>
          <ac:picMkLst>
            <pc:docMk/>
            <pc:sldMk cId="2914939321" sldId="357"/>
            <ac:picMk id="2" creationId="{17407C5C-ECAE-2941-1442-A9BF2D1A94D5}"/>
          </ac:picMkLst>
        </pc:picChg>
        <pc:picChg chg="add mod">
          <ac:chgData name="23MH1A4464" userId="d535f7e2-8158-47e3-92f2-8d2fb8d76222" providerId="ADAL" clId="{8757D9E0-1ECA-40B3-BFE3-C97FBDCB9FDF}" dt="2026-09-07T14:08:33.642" v="586" actId="14100"/>
          <ac:picMkLst>
            <pc:docMk/>
            <pc:sldMk cId="2914939321" sldId="357"/>
            <ac:picMk id="3" creationId="{769F5F97-A969-C098-1013-5A9555E587B5}"/>
          </ac:picMkLst>
        </pc:picChg>
      </pc:sldChg>
      <pc:sldChg chg="addSp modSp add mod">
        <pc:chgData name="23MH1A4464" userId="d535f7e2-8158-47e3-92f2-8d2fb8d76222" providerId="ADAL" clId="{8757D9E0-1ECA-40B3-BFE3-C97FBDCB9FDF}" dt="2026-09-07T14:09:55.093" v="592" actId="1076"/>
        <pc:sldMkLst>
          <pc:docMk/>
          <pc:sldMk cId="4026292265" sldId="358"/>
        </pc:sldMkLst>
        <pc:picChg chg="add mod">
          <ac:chgData name="23MH1A4464" userId="d535f7e2-8158-47e3-92f2-8d2fb8d76222" providerId="ADAL" clId="{8757D9E0-1ECA-40B3-BFE3-C97FBDCB9FDF}" dt="2026-09-07T14:09:55.093" v="592" actId="1076"/>
          <ac:picMkLst>
            <pc:docMk/>
            <pc:sldMk cId="4026292265" sldId="358"/>
            <ac:picMk id="2" creationId="{6FC7A684-1203-F661-A05E-0685CA9DAED8}"/>
          </ac:picMkLst>
        </pc:picChg>
      </pc:sldChg>
      <pc:sldChg chg="addSp delSp modSp add mod">
        <pc:chgData name="23MH1A4464" userId="d535f7e2-8158-47e3-92f2-8d2fb8d76222" providerId="ADAL" clId="{8757D9E0-1ECA-40B3-BFE3-C97FBDCB9FDF}" dt="2026-09-07T14:07:39.584" v="572"/>
        <pc:sldMkLst>
          <pc:docMk/>
          <pc:sldMk cId="2958998078" sldId="359"/>
        </pc:sldMkLst>
        <pc:spChg chg="add del mod">
          <ac:chgData name="23MH1A4464" userId="d535f7e2-8158-47e3-92f2-8d2fb8d76222" providerId="ADAL" clId="{8757D9E0-1ECA-40B3-BFE3-C97FBDCB9FDF}" dt="2026-09-07T14:07:39.584" v="572"/>
          <ac:spMkLst>
            <pc:docMk/>
            <pc:sldMk cId="2958998078" sldId="359"/>
            <ac:spMk id="2" creationId="{3A77584C-4606-A5A0-2207-44AE808A821F}"/>
          </ac:spMkLst>
        </pc:spChg>
        <pc:picChg chg="add mod">
          <ac:chgData name="23MH1A4464" userId="d535f7e2-8158-47e3-92f2-8d2fb8d76222" providerId="ADAL" clId="{8757D9E0-1ECA-40B3-BFE3-C97FBDCB9FDF}" dt="2026-09-07T14:07:21.318" v="565" actId="1076"/>
          <ac:picMkLst>
            <pc:docMk/>
            <pc:sldMk cId="2958998078" sldId="359"/>
            <ac:picMk id="3" creationId="{0FB94AB8-0523-1C87-E923-2155E64E4FC8}"/>
          </ac:picMkLst>
        </pc:picChg>
        <pc:picChg chg="add mod">
          <ac:chgData name="23MH1A4464" userId="d535f7e2-8158-47e3-92f2-8d2fb8d76222" providerId="ADAL" clId="{8757D9E0-1ECA-40B3-BFE3-C97FBDCB9FDF}" dt="2026-09-07T14:07:38.852" v="570" actId="14100"/>
          <ac:picMkLst>
            <pc:docMk/>
            <pc:sldMk cId="2958998078" sldId="359"/>
            <ac:picMk id="6" creationId="{09B07293-9AC2-085D-2FD5-DE5AFE24148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80124" y="3692255"/>
            <a:ext cx="5518038" cy="743449"/>
          </a:xfrm>
        </p:spPr>
        <p:txBody>
          <a:bodyPr vert="horz" lIns="91440" tIns="45720" rIns="91440" bIns="45720" rtlCol="0" anchor="t">
            <a:noAutofit/>
          </a:bodyPr>
          <a:lstStyle/>
          <a:p>
            <a:r>
              <a:rPr lang="en-US" b="0" dirty="0">
                <a:solidFill>
                  <a:schemeClr val="tx1"/>
                </a:solidFill>
              </a:rPr>
              <a:t>Yedla Sravanthi </a:t>
            </a:r>
          </a:p>
          <a:p>
            <a:r>
              <a:rPr lang="en-US" b="0" dirty="0">
                <a:solidFill>
                  <a:schemeClr val="tx1"/>
                </a:solidFill>
              </a:rPr>
              <a:t>Aditya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711454"/>
            <a:ext cx="7308640" cy="980801"/>
          </a:xfrm>
        </p:spPr>
        <p:txBody>
          <a:bodyPr>
            <a:normAutofit fontScale="90000"/>
          </a:bodyPr>
          <a:lstStyle/>
          <a:p>
            <a:r>
              <a:rPr lang="en-GB" sz="3200" dirty="0"/>
              <a:t>Project Title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06715" y="4673056"/>
            <a:ext cx="5620676" cy="369332"/>
          </a:xfrm>
          <a:prstGeom prst="rect">
            <a:avLst/>
          </a:prstGeom>
          <a:noFill/>
        </p:spPr>
        <p:txBody>
          <a:bodyPr wrap="square" rtlCol="0">
            <a:spAutoFit/>
          </a:bodyPr>
          <a:lstStyle/>
          <a:p>
            <a:r>
              <a:rPr lang="en-US" b="1" dirty="0"/>
              <a:t>AICTE STU ID : STU678b85e34eb41736751198</a:t>
            </a: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7993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dirty="0"/>
              <a:t>PROBLEM  STATEMENT</a:t>
            </a:r>
            <a:endParaRPr lang="en-IN" sz="40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sz="4400"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1C2ED556-008C-35D7-0CAB-CE625AD8622E}"/>
              </a:ext>
            </a:extLst>
          </p:cNvPr>
          <p:cNvSpPr txBox="1"/>
          <p:nvPr/>
        </p:nvSpPr>
        <p:spPr>
          <a:xfrm>
            <a:off x="467359" y="1636210"/>
            <a:ext cx="7551031" cy="4247317"/>
          </a:xfrm>
          <a:prstGeom prst="rect">
            <a:avLst/>
          </a:prstGeom>
          <a:noFill/>
        </p:spPr>
        <p:txBody>
          <a:bodyPr wrap="square">
            <a:spAutoFit/>
          </a:bodyPr>
          <a:lstStyle/>
          <a:p>
            <a:r>
              <a:rPr lang="en-US" b="1" dirty="0">
                <a:solidFill>
                  <a:schemeClr val="tx1">
                    <a:lumMod val="75000"/>
                    <a:lumOff val="25000"/>
                  </a:schemeClr>
                </a:solidFill>
              </a:rPr>
              <a:t>Seasonal Agriculture Performance Analysis</a:t>
            </a:r>
            <a:r>
              <a:rPr lang="en-US" dirty="0">
                <a:solidFill>
                  <a:schemeClr val="tx1">
                    <a:lumMod val="75000"/>
                    <a:lumOff val="25000"/>
                  </a:schemeClr>
                </a:solidFill>
              </a:rPr>
              <a:t> is a data </a:t>
            </a:r>
          </a:p>
          <a:p>
            <a:r>
              <a:rPr lang="en-US" dirty="0">
                <a:solidFill>
                  <a:schemeClr val="tx1">
                    <a:lumMod val="75000"/>
                    <a:lumOff val="25000"/>
                  </a:schemeClr>
                </a:solidFill>
              </a:rPr>
              <a:t>analytics project focused on analyzing agricultural performance across different seasons, geographical regions, crops, farming conditions, resource usage, and economic factors. The project examines </a:t>
            </a:r>
            <a:r>
              <a:rPr lang="en-US" b="1" dirty="0">
                <a:solidFill>
                  <a:schemeClr val="tx1">
                    <a:lumMod val="75000"/>
                    <a:lumOff val="25000"/>
                  </a:schemeClr>
                </a:solidFill>
              </a:rPr>
              <a:t>Kharif, Rabi, and Zaid</a:t>
            </a:r>
            <a:r>
              <a:rPr lang="en-US" dirty="0">
                <a:solidFill>
                  <a:schemeClr val="tx1">
                    <a:lumMod val="75000"/>
                    <a:lumOff val="25000"/>
                  </a:schemeClr>
                </a:solidFill>
              </a:rPr>
              <a:t> seasons using parameters such as rainfall, temperature, soil moisture, water usage, fertilizer usage, crop yield, production, revenue, cost, and profit. The dataset is cleaned and prepared before performing exploratory data analysis, seasonal comparisons, correlation analysis, statistical testing, and visualization. Crop-wise and region-wise performance is also analyzed to identify seasonal variations and unusual patterns. The analysis found that </a:t>
            </a:r>
            <a:r>
              <a:rPr lang="en-US" b="1" dirty="0">
                <a:solidFill>
                  <a:schemeClr val="tx1">
                    <a:lumMod val="75000"/>
                    <a:lumOff val="25000"/>
                  </a:schemeClr>
                </a:solidFill>
              </a:rPr>
              <a:t>Kharif had the highest average yield and profit, while Zaid had the lowest average profitability and highest loss percentage</a:t>
            </a:r>
            <a:r>
              <a:rPr lang="en-US" dirty="0">
                <a:solidFill>
                  <a:schemeClr val="tx1">
                    <a:lumMod val="75000"/>
                    <a:lumOff val="25000"/>
                  </a:schemeClr>
                </a:solidFill>
              </a:rPr>
              <a:t>. Based on these findings, the project provides evidence-based insights and recommendations to support better seasonal agricultural planning.</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2186781"/>
            <a:ext cx="7904481" cy="3990023"/>
          </a:xfrm>
        </p:spPr>
        <p:txBody>
          <a:bodyPr>
            <a:normAutofit fontScale="62500" lnSpcReduction="20000"/>
          </a:bodyPr>
          <a:lstStyle/>
          <a:p>
            <a:r>
              <a:rPr lang="en-US" sz="3600" b="1" dirty="0"/>
              <a:t>Farmers:</a:t>
            </a:r>
            <a:r>
              <a:rPr lang="en-US" sz="3600" dirty="0"/>
              <a:t> Identify profitable seasons, suitable crops, and efficient resource utilization.</a:t>
            </a:r>
          </a:p>
          <a:p>
            <a:r>
              <a:rPr lang="en-US" sz="3600" b="1" dirty="0"/>
              <a:t>Agricultural Planners:</a:t>
            </a:r>
            <a:r>
              <a:rPr lang="en-US" sz="3600" dirty="0"/>
              <a:t> Support seasonal planning and optimize resource allocation.</a:t>
            </a:r>
          </a:p>
          <a:p>
            <a:r>
              <a:rPr lang="en-US" sz="3600" b="1" dirty="0"/>
              <a:t>Government Departments:</a:t>
            </a:r>
            <a:r>
              <a:rPr lang="en-US" sz="3600" dirty="0"/>
              <a:t> Assist in policy formulation, agricultural schemes, and regional planning.</a:t>
            </a:r>
          </a:p>
          <a:p>
            <a:r>
              <a:rPr lang="en-US" sz="3600" b="1" dirty="0"/>
              <a:t>Researchers:</a:t>
            </a:r>
            <a:r>
              <a:rPr lang="en-US" sz="3600" dirty="0"/>
              <a:t> Analyze relationships between environmental conditions, farming practices, yield, and profitability.</a:t>
            </a:r>
          </a:p>
          <a:p>
            <a:r>
              <a:rPr lang="en-US" sz="3600" b="1" dirty="0"/>
              <a:t>Agricultural Stakeholders:</a:t>
            </a:r>
            <a:r>
              <a:rPr lang="en-US" sz="3600" dirty="0"/>
              <a:t> Enable data-driven decisions for improving </a:t>
            </a:r>
            <a:r>
              <a:rPr lang="en-US" sz="3600" b="1" dirty="0"/>
              <a:t>productivity, profitability, and sustainable resource management</a:t>
            </a:r>
            <a:r>
              <a:rPr lang="en-US" sz="3600" dirty="0"/>
              <a: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898365"/>
            <a:ext cx="6558033" cy="802641"/>
          </a:xfrm>
        </p:spPr>
        <p:txBody>
          <a:bodyPr>
            <a:noAutofit/>
          </a:bodyPr>
          <a:lstStyle/>
          <a:p>
            <a:r>
              <a:rPr lang="en-US" sz="4000" dirty="0"/>
              <a:t>WHO ARE THE END USERS?</a:t>
            </a:r>
            <a:endParaRPr lang="en-IN" sz="4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98059" y="1281302"/>
            <a:ext cx="7203981" cy="4327017"/>
          </a:xfrm>
        </p:spPr>
        <p:txBody>
          <a:bodyPr>
            <a:normAutofit fontScale="85000" lnSpcReduction="20000"/>
          </a:bodyPr>
          <a:lstStyle/>
          <a:p>
            <a:pPr marL="0" indent="0">
              <a:buNone/>
            </a:pPr>
            <a:endParaRPr lang="en-US" b="1" dirty="0"/>
          </a:p>
          <a:p>
            <a:pPr lvl="0"/>
            <a:r>
              <a:rPr lang="en-US" b="1" dirty="0"/>
              <a:t>Python</a:t>
            </a:r>
            <a:r>
              <a:rPr lang="en-US" dirty="0"/>
              <a:t> – Data analysis and statistical computation</a:t>
            </a:r>
          </a:p>
          <a:p>
            <a:pPr lvl="0"/>
            <a:r>
              <a:rPr lang="en-US" b="1" dirty="0"/>
              <a:t>Jupyter Notebook</a:t>
            </a:r>
            <a:r>
              <a:rPr lang="en-US" dirty="0"/>
              <a:t> – Development and analysis environment</a:t>
            </a:r>
          </a:p>
          <a:p>
            <a:pPr lvl="0"/>
            <a:r>
              <a:rPr lang="en-US" b="1" dirty="0"/>
              <a:t>Pandas</a:t>
            </a:r>
            <a:r>
              <a:rPr lang="en-US" dirty="0"/>
              <a:t> – Data cleaning, manipulation, and analysis</a:t>
            </a:r>
          </a:p>
          <a:p>
            <a:pPr lvl="0"/>
            <a:r>
              <a:rPr lang="en-US" b="1" dirty="0"/>
              <a:t>NumPy</a:t>
            </a:r>
            <a:r>
              <a:rPr lang="en-US" dirty="0"/>
              <a:t> – Numerical and statistical operations</a:t>
            </a:r>
          </a:p>
          <a:p>
            <a:pPr lvl="0"/>
            <a:r>
              <a:rPr lang="en-US" b="1" dirty="0"/>
              <a:t>Matplotlib</a:t>
            </a:r>
            <a:r>
              <a:rPr lang="en-US" dirty="0"/>
              <a:t> – Data visualization</a:t>
            </a:r>
          </a:p>
          <a:p>
            <a:pPr lvl="0"/>
            <a:r>
              <a:rPr lang="en-US" b="1" dirty="0"/>
              <a:t>Seaborn</a:t>
            </a:r>
            <a:r>
              <a:rPr lang="en-US" dirty="0"/>
              <a:t> – Statistical charts and heatmaps</a:t>
            </a:r>
          </a:p>
          <a:p>
            <a:pPr lvl="0"/>
            <a:r>
              <a:rPr lang="en-US" b="1" dirty="0"/>
              <a:t>SciPy</a:t>
            </a:r>
            <a:r>
              <a:rPr lang="en-US" dirty="0"/>
              <a:t> – Statistical analysis, including ANOVA</a:t>
            </a:r>
          </a:p>
          <a:p>
            <a:pPr lvl="0"/>
            <a:r>
              <a:rPr lang="en-US" b="1" dirty="0"/>
              <a:t>Microsoft Excel</a:t>
            </a:r>
            <a:r>
              <a:rPr lang="en-US" dirty="0"/>
              <a:t> – Dataset storage and initial data handling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64EA3F6-C8AA-616C-632E-1BEAB823E83F}"/>
              </a:ext>
            </a:extLst>
          </p:cNvPr>
          <p:cNvPicPr>
            <a:picLocks noChangeAspect="1"/>
          </p:cNvPicPr>
          <p:nvPr/>
        </p:nvPicPr>
        <p:blipFill>
          <a:blip r:embed="rId3"/>
          <a:stretch>
            <a:fillRect/>
          </a:stretch>
        </p:blipFill>
        <p:spPr>
          <a:xfrm>
            <a:off x="675957" y="1515524"/>
            <a:ext cx="4683942" cy="4713949"/>
          </a:xfrm>
          <a:prstGeom prst="rect">
            <a:avLst/>
          </a:prstGeom>
        </p:spPr>
      </p:pic>
      <p:pic>
        <p:nvPicPr>
          <p:cNvPr id="3" name="Picture 2">
            <a:extLst>
              <a:ext uri="{FF2B5EF4-FFF2-40B4-BE49-F238E27FC236}">
                <a16:creationId xmlns:a16="http://schemas.microsoft.com/office/drawing/2014/main" id="{FE5BC963-3BFB-6430-30A5-F55619C91C49}"/>
              </a:ext>
            </a:extLst>
          </p:cNvPr>
          <p:cNvPicPr>
            <a:picLocks noChangeAspect="1"/>
          </p:cNvPicPr>
          <p:nvPr/>
        </p:nvPicPr>
        <p:blipFill>
          <a:blip r:embed="rId4"/>
          <a:stretch>
            <a:fillRect/>
          </a:stretch>
        </p:blipFill>
        <p:spPr>
          <a:xfrm>
            <a:off x="5714875" y="1608410"/>
            <a:ext cx="3678508" cy="4425705"/>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CFD1F49-5578-27CD-BAFA-E919F11A3999}"/>
              </a:ext>
            </a:extLst>
          </p:cNvPr>
          <p:cNvPicPr>
            <a:picLocks noChangeAspect="1"/>
          </p:cNvPicPr>
          <p:nvPr/>
        </p:nvPicPr>
        <p:blipFill>
          <a:blip r:embed="rId3"/>
          <a:stretch>
            <a:fillRect/>
          </a:stretch>
        </p:blipFill>
        <p:spPr>
          <a:xfrm>
            <a:off x="453985" y="1321091"/>
            <a:ext cx="5065665" cy="4425705"/>
          </a:xfrm>
          <a:prstGeom prst="rect">
            <a:avLst/>
          </a:prstGeom>
        </p:spPr>
      </p:pic>
      <p:pic>
        <p:nvPicPr>
          <p:cNvPr id="3" name="Picture 2">
            <a:extLst>
              <a:ext uri="{FF2B5EF4-FFF2-40B4-BE49-F238E27FC236}">
                <a16:creationId xmlns:a16="http://schemas.microsoft.com/office/drawing/2014/main" id="{792E80FE-20B4-299E-11C1-6F0C79AEBD8E}"/>
              </a:ext>
            </a:extLst>
          </p:cNvPr>
          <p:cNvPicPr>
            <a:picLocks noChangeAspect="1"/>
          </p:cNvPicPr>
          <p:nvPr/>
        </p:nvPicPr>
        <p:blipFill>
          <a:blip r:embed="rId4"/>
          <a:stretch>
            <a:fillRect/>
          </a:stretch>
        </p:blipFill>
        <p:spPr>
          <a:xfrm>
            <a:off x="5668334" y="1155866"/>
            <a:ext cx="3696394" cy="4425705"/>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80AF9BEB-B9C3-4E1D-0F36-705F9ABCACB5}"/>
              </a:ext>
            </a:extLst>
          </p:cNvPr>
          <p:cNvPicPr>
            <a:picLocks noChangeAspect="1"/>
          </p:cNvPicPr>
          <p:nvPr/>
        </p:nvPicPr>
        <p:blipFill>
          <a:blip r:embed="rId3"/>
          <a:stretch>
            <a:fillRect/>
          </a:stretch>
        </p:blipFill>
        <p:spPr>
          <a:xfrm>
            <a:off x="320982" y="1216147"/>
            <a:ext cx="4633403" cy="4425705"/>
          </a:xfrm>
          <a:prstGeom prst="rect">
            <a:avLst/>
          </a:prstGeom>
        </p:spPr>
      </p:pic>
      <p:pic>
        <p:nvPicPr>
          <p:cNvPr id="12" name="Picture 11">
            <a:extLst>
              <a:ext uri="{FF2B5EF4-FFF2-40B4-BE49-F238E27FC236}">
                <a16:creationId xmlns:a16="http://schemas.microsoft.com/office/drawing/2014/main" id="{CDBF44DD-760C-A1D0-18A8-5E73140E31E0}"/>
              </a:ext>
            </a:extLst>
          </p:cNvPr>
          <p:cNvPicPr>
            <a:picLocks noChangeAspect="1"/>
          </p:cNvPicPr>
          <p:nvPr/>
        </p:nvPicPr>
        <p:blipFill>
          <a:blip r:embed="rId4"/>
          <a:stretch>
            <a:fillRect/>
          </a:stretch>
        </p:blipFill>
        <p:spPr>
          <a:xfrm>
            <a:off x="5613622" y="1216147"/>
            <a:ext cx="4095643" cy="4366406"/>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78E10D5-4D31-95A2-AD4C-0D2191F3CBA7}"/>
              </a:ext>
            </a:extLst>
          </p:cNvPr>
          <p:cNvPicPr>
            <a:picLocks noChangeAspect="1"/>
          </p:cNvPicPr>
          <p:nvPr/>
        </p:nvPicPr>
        <p:blipFill>
          <a:blip r:embed="rId3"/>
          <a:stretch>
            <a:fillRect/>
          </a:stretch>
        </p:blipFill>
        <p:spPr>
          <a:xfrm>
            <a:off x="320982" y="1377010"/>
            <a:ext cx="4694821" cy="4425705"/>
          </a:xfrm>
          <a:prstGeom prst="rect">
            <a:avLst/>
          </a:prstGeom>
        </p:spPr>
      </p:pic>
      <p:pic>
        <p:nvPicPr>
          <p:cNvPr id="9" name="Picture 8">
            <a:extLst>
              <a:ext uri="{FF2B5EF4-FFF2-40B4-BE49-F238E27FC236}">
                <a16:creationId xmlns:a16="http://schemas.microsoft.com/office/drawing/2014/main" id="{0B328A39-5856-F224-A100-9E9E5CF7D318}"/>
              </a:ext>
            </a:extLst>
          </p:cNvPr>
          <p:cNvPicPr>
            <a:picLocks noChangeAspect="1"/>
          </p:cNvPicPr>
          <p:nvPr/>
        </p:nvPicPr>
        <p:blipFill>
          <a:blip r:embed="rId4"/>
          <a:stretch>
            <a:fillRect/>
          </a:stretch>
        </p:blipFill>
        <p:spPr>
          <a:xfrm>
            <a:off x="5696954" y="1608410"/>
            <a:ext cx="4444573" cy="4194305"/>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EB3FC-69FA-B82E-4900-095938CCB4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458322E-08F0-100F-9EF2-AAEB9530CE3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6D1EF98-968E-6D14-94EC-E8E70DF48B2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4C2B3A6-C263-BA71-0C32-5CC9F914BAF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25B1AAB-06BB-C02B-2C0F-0C52D84AE75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5AD0B388-ED86-4FBB-E4B6-F096F0D3A93A}"/>
              </a:ext>
            </a:extLst>
          </p:cNvPr>
          <p:cNvPicPr>
            <a:picLocks noChangeAspect="1"/>
          </p:cNvPicPr>
          <p:nvPr/>
        </p:nvPicPr>
        <p:blipFill>
          <a:blip r:embed="rId3"/>
          <a:stretch>
            <a:fillRect/>
          </a:stretch>
        </p:blipFill>
        <p:spPr>
          <a:xfrm>
            <a:off x="491552" y="1306352"/>
            <a:ext cx="4412958" cy="4425705"/>
          </a:xfrm>
          <a:prstGeom prst="rect">
            <a:avLst/>
          </a:prstGeom>
        </p:spPr>
      </p:pic>
      <p:pic>
        <p:nvPicPr>
          <p:cNvPr id="9" name="Picture 8">
            <a:extLst>
              <a:ext uri="{FF2B5EF4-FFF2-40B4-BE49-F238E27FC236}">
                <a16:creationId xmlns:a16="http://schemas.microsoft.com/office/drawing/2014/main" id="{43CEDC8B-5AD0-F1AF-7CA4-E052BCEC51E8}"/>
              </a:ext>
            </a:extLst>
          </p:cNvPr>
          <p:cNvPicPr>
            <a:picLocks noChangeAspect="1"/>
          </p:cNvPicPr>
          <p:nvPr/>
        </p:nvPicPr>
        <p:blipFill>
          <a:blip r:embed="rId4"/>
          <a:stretch>
            <a:fillRect/>
          </a:stretch>
        </p:blipFill>
        <p:spPr>
          <a:xfrm>
            <a:off x="5458691" y="1306352"/>
            <a:ext cx="4682836" cy="4276277"/>
          </a:xfrm>
          <a:prstGeom prst="rect">
            <a:avLst/>
          </a:prstGeom>
        </p:spPr>
      </p:pic>
    </p:spTree>
    <p:extLst>
      <p:ext uri="{BB962C8B-B14F-4D97-AF65-F5344CB8AC3E}">
        <p14:creationId xmlns:p14="http://schemas.microsoft.com/office/powerpoint/2010/main" val="3114588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4125A3C-C5C0-738D-7210-F1FDBB56DB45}"/>
              </a:ext>
            </a:extLst>
          </p:cNvPr>
          <p:cNvPicPr>
            <a:picLocks noChangeAspect="1"/>
          </p:cNvPicPr>
          <p:nvPr/>
        </p:nvPicPr>
        <p:blipFill>
          <a:blip r:embed="rId3"/>
          <a:stretch>
            <a:fillRect/>
          </a:stretch>
        </p:blipFill>
        <p:spPr>
          <a:xfrm>
            <a:off x="335381" y="1422730"/>
            <a:ext cx="4625893" cy="4425705"/>
          </a:xfrm>
          <a:prstGeom prst="rect">
            <a:avLst/>
          </a:prstGeom>
        </p:spPr>
      </p:pic>
      <p:pic>
        <p:nvPicPr>
          <p:cNvPr id="9" name="Picture 8">
            <a:extLst>
              <a:ext uri="{FF2B5EF4-FFF2-40B4-BE49-F238E27FC236}">
                <a16:creationId xmlns:a16="http://schemas.microsoft.com/office/drawing/2014/main" id="{DBB5C11D-6E74-D634-D7AF-B74A4D56CBE3}"/>
              </a:ext>
            </a:extLst>
          </p:cNvPr>
          <p:cNvPicPr>
            <a:picLocks noChangeAspect="1"/>
          </p:cNvPicPr>
          <p:nvPr/>
        </p:nvPicPr>
        <p:blipFill>
          <a:blip r:embed="rId4"/>
          <a:stretch>
            <a:fillRect/>
          </a:stretch>
        </p:blipFill>
        <p:spPr>
          <a:xfrm>
            <a:off x="5642425" y="1275371"/>
            <a:ext cx="4625894" cy="4425705"/>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C7DF7-1AC9-56BC-7768-601ED94A3D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6F98C7-B91C-7CF0-D644-41B94111F33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C6414C9-5E8E-BB5B-69E6-61BDB365F41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CCA3435-AA13-C23C-3E76-356B36511C8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AB4292E-835F-D984-7176-E70E2FC0B9A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B45017A-5661-F1C7-5BAB-E1086C936A31}"/>
              </a:ext>
            </a:extLst>
          </p:cNvPr>
          <p:cNvPicPr>
            <a:picLocks noChangeAspect="1"/>
          </p:cNvPicPr>
          <p:nvPr/>
        </p:nvPicPr>
        <p:blipFill>
          <a:blip r:embed="rId3"/>
          <a:stretch>
            <a:fillRect/>
          </a:stretch>
        </p:blipFill>
        <p:spPr>
          <a:xfrm>
            <a:off x="320982" y="1580877"/>
            <a:ext cx="4407414" cy="4425705"/>
          </a:xfrm>
          <a:prstGeom prst="rect">
            <a:avLst/>
          </a:prstGeom>
        </p:spPr>
      </p:pic>
      <p:pic>
        <p:nvPicPr>
          <p:cNvPr id="3" name="Picture 2">
            <a:extLst>
              <a:ext uri="{FF2B5EF4-FFF2-40B4-BE49-F238E27FC236}">
                <a16:creationId xmlns:a16="http://schemas.microsoft.com/office/drawing/2014/main" id="{E0486C16-7371-B9AF-2F45-6222835AE24E}"/>
              </a:ext>
            </a:extLst>
          </p:cNvPr>
          <p:cNvPicPr>
            <a:picLocks noChangeAspect="1"/>
          </p:cNvPicPr>
          <p:nvPr/>
        </p:nvPicPr>
        <p:blipFill>
          <a:blip r:embed="rId4"/>
          <a:stretch>
            <a:fillRect/>
          </a:stretch>
        </p:blipFill>
        <p:spPr>
          <a:xfrm>
            <a:off x="5259899" y="1500875"/>
            <a:ext cx="4698748" cy="4425705"/>
          </a:xfrm>
          <a:prstGeom prst="rect">
            <a:avLst/>
          </a:prstGeom>
        </p:spPr>
      </p:pic>
    </p:spTree>
    <p:extLst>
      <p:ext uri="{BB962C8B-B14F-4D97-AF65-F5344CB8AC3E}">
        <p14:creationId xmlns:p14="http://schemas.microsoft.com/office/powerpoint/2010/main" val="2507175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9D54D-E293-3CE3-CB7F-55216A8194D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205C6E2-0935-4DE1-AF5C-F6A2B733AC9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76E26E8-FFE4-8DC7-4F3D-8F2456AC036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1AF507E-2C2E-A29D-FE08-07A05D0F972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DC88DE6-9229-248E-8B4B-99E0238EFD2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77E2AA6-F20B-0135-0711-6EB0BBA70A2D}"/>
              </a:ext>
            </a:extLst>
          </p:cNvPr>
          <p:cNvPicPr>
            <a:picLocks noChangeAspect="1"/>
          </p:cNvPicPr>
          <p:nvPr/>
        </p:nvPicPr>
        <p:blipFill>
          <a:blip r:embed="rId3"/>
          <a:stretch>
            <a:fillRect/>
          </a:stretch>
        </p:blipFill>
        <p:spPr>
          <a:xfrm>
            <a:off x="440807" y="1306352"/>
            <a:ext cx="4756550" cy="4425705"/>
          </a:xfrm>
          <a:prstGeom prst="rect">
            <a:avLst/>
          </a:prstGeom>
        </p:spPr>
      </p:pic>
      <p:pic>
        <p:nvPicPr>
          <p:cNvPr id="3" name="Picture 2">
            <a:extLst>
              <a:ext uri="{FF2B5EF4-FFF2-40B4-BE49-F238E27FC236}">
                <a16:creationId xmlns:a16="http://schemas.microsoft.com/office/drawing/2014/main" id="{3F255A2D-74BE-345D-4A42-2AF371EAA647}"/>
              </a:ext>
            </a:extLst>
          </p:cNvPr>
          <p:cNvPicPr>
            <a:picLocks noChangeAspect="1"/>
          </p:cNvPicPr>
          <p:nvPr/>
        </p:nvPicPr>
        <p:blipFill>
          <a:blip r:embed="rId4"/>
          <a:stretch>
            <a:fillRect/>
          </a:stretch>
        </p:blipFill>
        <p:spPr>
          <a:xfrm>
            <a:off x="5452608" y="1306352"/>
            <a:ext cx="4473294" cy="4425705"/>
          </a:xfrm>
          <a:prstGeom prst="rect">
            <a:avLst/>
          </a:prstGeom>
        </p:spPr>
      </p:pic>
    </p:spTree>
    <p:extLst>
      <p:ext uri="{BB962C8B-B14F-4D97-AF65-F5344CB8AC3E}">
        <p14:creationId xmlns:p14="http://schemas.microsoft.com/office/powerpoint/2010/main" val="258482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AD15-5300-A87E-71B4-DD5BC05329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F7D22E-534D-9A8C-33A1-554958FC242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7513ADF-A1DE-0CD7-1653-09E6609FE86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6D50300-4D06-6436-D75B-9ABDA90DFA3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1D306E5-1673-51EF-0D5C-9EF733A3F6F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7FFF82A-1D1D-98CD-5727-AB995D191E46}"/>
              </a:ext>
            </a:extLst>
          </p:cNvPr>
          <p:cNvPicPr>
            <a:picLocks noChangeAspect="1"/>
          </p:cNvPicPr>
          <p:nvPr/>
        </p:nvPicPr>
        <p:blipFill>
          <a:blip r:embed="rId3"/>
          <a:stretch>
            <a:fillRect/>
          </a:stretch>
        </p:blipFill>
        <p:spPr>
          <a:xfrm>
            <a:off x="327423" y="1604568"/>
            <a:ext cx="4444082" cy="3978062"/>
          </a:xfrm>
          <a:prstGeom prst="rect">
            <a:avLst/>
          </a:prstGeom>
        </p:spPr>
      </p:pic>
      <p:pic>
        <p:nvPicPr>
          <p:cNvPr id="3" name="Picture 2">
            <a:extLst>
              <a:ext uri="{FF2B5EF4-FFF2-40B4-BE49-F238E27FC236}">
                <a16:creationId xmlns:a16="http://schemas.microsoft.com/office/drawing/2014/main" id="{8A01CDA4-7790-A68C-E3BB-FCE8004B316D}"/>
              </a:ext>
            </a:extLst>
          </p:cNvPr>
          <p:cNvPicPr>
            <a:picLocks noChangeAspect="1"/>
          </p:cNvPicPr>
          <p:nvPr/>
        </p:nvPicPr>
        <p:blipFill>
          <a:blip r:embed="rId4"/>
          <a:stretch>
            <a:fillRect/>
          </a:stretch>
        </p:blipFill>
        <p:spPr>
          <a:xfrm>
            <a:off x="5319881" y="1762298"/>
            <a:ext cx="4738748" cy="3820331"/>
          </a:xfrm>
          <a:prstGeom prst="rect">
            <a:avLst/>
          </a:prstGeom>
        </p:spPr>
      </p:pic>
    </p:spTree>
    <p:extLst>
      <p:ext uri="{BB962C8B-B14F-4D97-AF65-F5344CB8AC3E}">
        <p14:creationId xmlns:p14="http://schemas.microsoft.com/office/powerpoint/2010/main" val="2087804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1B009-04D6-EFE8-3086-452ECC33958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0AF3C4-1129-A04C-F9C5-CD78E562593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772FDCD-2B38-05CD-B48F-58D81F4765F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FF15FB8-0E66-7D8B-6542-33E315A7F06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6583E19-415C-4ADB-13AA-4C707A51CC8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DE99368-6305-B616-8E9F-EFCA1A74F504}"/>
              </a:ext>
            </a:extLst>
          </p:cNvPr>
          <p:cNvPicPr>
            <a:picLocks noChangeAspect="1"/>
          </p:cNvPicPr>
          <p:nvPr/>
        </p:nvPicPr>
        <p:blipFill>
          <a:blip r:embed="rId3"/>
          <a:stretch>
            <a:fillRect/>
          </a:stretch>
        </p:blipFill>
        <p:spPr>
          <a:xfrm>
            <a:off x="396203" y="1608410"/>
            <a:ext cx="4845758" cy="4529416"/>
          </a:xfrm>
          <a:prstGeom prst="rect">
            <a:avLst/>
          </a:prstGeom>
        </p:spPr>
      </p:pic>
      <p:pic>
        <p:nvPicPr>
          <p:cNvPr id="3" name="Picture 2">
            <a:extLst>
              <a:ext uri="{FF2B5EF4-FFF2-40B4-BE49-F238E27FC236}">
                <a16:creationId xmlns:a16="http://schemas.microsoft.com/office/drawing/2014/main" id="{A808CE6B-96C9-97B2-EC65-C9278C670077}"/>
              </a:ext>
            </a:extLst>
          </p:cNvPr>
          <p:cNvPicPr>
            <a:picLocks noChangeAspect="1"/>
          </p:cNvPicPr>
          <p:nvPr/>
        </p:nvPicPr>
        <p:blipFill>
          <a:blip r:embed="rId4"/>
          <a:stretch>
            <a:fillRect/>
          </a:stretch>
        </p:blipFill>
        <p:spPr>
          <a:xfrm>
            <a:off x="5685906" y="1608410"/>
            <a:ext cx="4492308" cy="4265019"/>
          </a:xfrm>
          <a:prstGeom prst="rect">
            <a:avLst/>
          </a:prstGeom>
        </p:spPr>
      </p:pic>
    </p:spTree>
    <p:extLst>
      <p:ext uri="{BB962C8B-B14F-4D97-AF65-F5344CB8AC3E}">
        <p14:creationId xmlns:p14="http://schemas.microsoft.com/office/powerpoint/2010/main" val="252956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29873-E4FD-9CF1-7DF3-EAFFB39A7A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80585B-6F8C-5ABC-0BA9-0AA36C4F7BF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BD7FAA0-674E-6331-3F46-F0FF0B8EAE1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068C42C-E756-3E08-ACA3-5E0292F1F2D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C5BD8AF-C91D-73A3-B702-43831D2E159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2821A1B-FAF4-8D31-D185-1C9882244006}"/>
              </a:ext>
            </a:extLst>
          </p:cNvPr>
          <p:cNvPicPr>
            <a:picLocks noChangeAspect="1"/>
          </p:cNvPicPr>
          <p:nvPr/>
        </p:nvPicPr>
        <p:blipFill>
          <a:blip r:embed="rId3"/>
          <a:stretch>
            <a:fillRect/>
          </a:stretch>
        </p:blipFill>
        <p:spPr>
          <a:xfrm>
            <a:off x="311299" y="1275371"/>
            <a:ext cx="4999163" cy="4520468"/>
          </a:xfrm>
          <a:prstGeom prst="rect">
            <a:avLst/>
          </a:prstGeom>
        </p:spPr>
      </p:pic>
      <p:pic>
        <p:nvPicPr>
          <p:cNvPr id="3" name="Picture 2">
            <a:extLst>
              <a:ext uri="{FF2B5EF4-FFF2-40B4-BE49-F238E27FC236}">
                <a16:creationId xmlns:a16="http://schemas.microsoft.com/office/drawing/2014/main" id="{8650D596-3225-3D80-B293-59C0F6125B48}"/>
              </a:ext>
            </a:extLst>
          </p:cNvPr>
          <p:cNvPicPr>
            <a:picLocks noChangeAspect="1"/>
          </p:cNvPicPr>
          <p:nvPr/>
        </p:nvPicPr>
        <p:blipFill>
          <a:blip r:embed="rId4"/>
          <a:stretch>
            <a:fillRect/>
          </a:stretch>
        </p:blipFill>
        <p:spPr>
          <a:xfrm>
            <a:off x="6096000" y="1382917"/>
            <a:ext cx="4313236" cy="4305376"/>
          </a:xfrm>
          <a:prstGeom prst="rect">
            <a:avLst/>
          </a:prstGeom>
        </p:spPr>
      </p:pic>
    </p:spTree>
    <p:extLst>
      <p:ext uri="{BB962C8B-B14F-4D97-AF65-F5344CB8AC3E}">
        <p14:creationId xmlns:p14="http://schemas.microsoft.com/office/powerpoint/2010/main" val="124562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DD256-73EA-7501-7630-4AC168091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6E35493-DFA5-A815-BF65-B90D50E25B0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B04572C-79E6-9B93-AC30-C6F48EDC698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5F12D9A-9CC2-D657-7A18-58C513402A5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7F5F8BA-4D61-299E-5ABA-8096DC20A75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DED85FB-D406-3BA4-0AB2-0D5935784CBD}"/>
              </a:ext>
            </a:extLst>
          </p:cNvPr>
          <p:cNvPicPr>
            <a:picLocks noChangeAspect="1"/>
          </p:cNvPicPr>
          <p:nvPr/>
        </p:nvPicPr>
        <p:blipFill>
          <a:blip r:embed="rId3"/>
          <a:stretch>
            <a:fillRect/>
          </a:stretch>
        </p:blipFill>
        <p:spPr>
          <a:xfrm>
            <a:off x="490502" y="1429789"/>
            <a:ext cx="5478036" cy="5057622"/>
          </a:xfrm>
          <a:prstGeom prst="rect">
            <a:avLst/>
          </a:prstGeom>
        </p:spPr>
      </p:pic>
      <p:pic>
        <p:nvPicPr>
          <p:cNvPr id="3" name="Picture 2">
            <a:extLst>
              <a:ext uri="{FF2B5EF4-FFF2-40B4-BE49-F238E27FC236}">
                <a16:creationId xmlns:a16="http://schemas.microsoft.com/office/drawing/2014/main" id="{1D158E8D-1348-1DCC-4F42-FA383B9897C7}"/>
              </a:ext>
            </a:extLst>
          </p:cNvPr>
          <p:cNvPicPr>
            <a:picLocks noChangeAspect="1"/>
          </p:cNvPicPr>
          <p:nvPr/>
        </p:nvPicPr>
        <p:blipFill>
          <a:blip r:embed="rId4"/>
          <a:stretch>
            <a:fillRect/>
          </a:stretch>
        </p:blipFill>
        <p:spPr>
          <a:xfrm>
            <a:off x="6096000" y="1429789"/>
            <a:ext cx="3960120" cy="4438996"/>
          </a:xfrm>
          <a:prstGeom prst="rect">
            <a:avLst/>
          </a:prstGeom>
        </p:spPr>
      </p:pic>
    </p:spTree>
    <p:extLst>
      <p:ext uri="{BB962C8B-B14F-4D97-AF65-F5344CB8AC3E}">
        <p14:creationId xmlns:p14="http://schemas.microsoft.com/office/powerpoint/2010/main" val="2697586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8C8F2-A192-724D-0A4F-57272FFEA2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1353B29-10DD-3D4D-E3F5-70EA5C435AE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5C24A98-155B-6E6D-92A7-B9288C9723D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E5190CD-A509-9386-7BD0-8082CA6E125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DB155EF-8051-D1E9-35B8-6150A0671FB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066E8A4-F81C-6261-9EDE-480714C9EF5E}"/>
              </a:ext>
            </a:extLst>
          </p:cNvPr>
          <p:cNvPicPr>
            <a:picLocks noChangeAspect="1"/>
          </p:cNvPicPr>
          <p:nvPr/>
        </p:nvPicPr>
        <p:blipFill>
          <a:blip r:embed="rId3"/>
          <a:stretch>
            <a:fillRect/>
          </a:stretch>
        </p:blipFill>
        <p:spPr>
          <a:xfrm>
            <a:off x="470611" y="1579315"/>
            <a:ext cx="4300894" cy="4456686"/>
          </a:xfrm>
          <a:prstGeom prst="rect">
            <a:avLst/>
          </a:prstGeom>
        </p:spPr>
      </p:pic>
      <p:pic>
        <p:nvPicPr>
          <p:cNvPr id="3" name="Picture 2">
            <a:extLst>
              <a:ext uri="{FF2B5EF4-FFF2-40B4-BE49-F238E27FC236}">
                <a16:creationId xmlns:a16="http://schemas.microsoft.com/office/drawing/2014/main" id="{A15290CF-86F0-BD77-1001-5FE8B44B5F48}"/>
              </a:ext>
            </a:extLst>
          </p:cNvPr>
          <p:cNvPicPr>
            <a:picLocks noChangeAspect="1"/>
          </p:cNvPicPr>
          <p:nvPr/>
        </p:nvPicPr>
        <p:blipFill>
          <a:blip r:embed="rId4"/>
          <a:stretch>
            <a:fillRect/>
          </a:stretch>
        </p:blipFill>
        <p:spPr>
          <a:xfrm>
            <a:off x="5367233" y="1608410"/>
            <a:ext cx="4644044" cy="4003315"/>
          </a:xfrm>
          <a:prstGeom prst="rect">
            <a:avLst/>
          </a:prstGeom>
        </p:spPr>
      </p:pic>
    </p:spTree>
    <p:extLst>
      <p:ext uri="{BB962C8B-B14F-4D97-AF65-F5344CB8AC3E}">
        <p14:creationId xmlns:p14="http://schemas.microsoft.com/office/powerpoint/2010/main" val="2784151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6E82A-5887-8305-A4F7-92A40F1CAF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3C7CAB8-4E3B-6BB4-6C70-26E05592DB2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7A1B079-50F7-DD98-D5EF-408C140A508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8318325-7E38-9D63-93AD-3FB4DF15012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E53EEAA-D891-50DE-E692-B817CCE7198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54920F81-7AA1-30DB-8518-E585F387CF1F}"/>
              </a:ext>
            </a:extLst>
          </p:cNvPr>
          <p:cNvPicPr>
            <a:picLocks noChangeAspect="1"/>
          </p:cNvPicPr>
          <p:nvPr/>
        </p:nvPicPr>
        <p:blipFill>
          <a:blip r:embed="rId3"/>
          <a:stretch>
            <a:fillRect/>
          </a:stretch>
        </p:blipFill>
        <p:spPr>
          <a:xfrm>
            <a:off x="320983" y="1512916"/>
            <a:ext cx="4243808" cy="4175706"/>
          </a:xfrm>
          <a:prstGeom prst="rect">
            <a:avLst/>
          </a:prstGeom>
        </p:spPr>
      </p:pic>
      <p:pic>
        <p:nvPicPr>
          <p:cNvPr id="3" name="Picture 2">
            <a:extLst>
              <a:ext uri="{FF2B5EF4-FFF2-40B4-BE49-F238E27FC236}">
                <a16:creationId xmlns:a16="http://schemas.microsoft.com/office/drawing/2014/main" id="{0E1D87B3-2C01-5FE0-F8BF-59CC516F3B03}"/>
              </a:ext>
            </a:extLst>
          </p:cNvPr>
          <p:cNvPicPr>
            <a:picLocks noChangeAspect="1"/>
          </p:cNvPicPr>
          <p:nvPr/>
        </p:nvPicPr>
        <p:blipFill>
          <a:blip r:embed="rId4"/>
          <a:stretch>
            <a:fillRect/>
          </a:stretch>
        </p:blipFill>
        <p:spPr>
          <a:xfrm>
            <a:off x="5129564" y="1509407"/>
            <a:ext cx="4243807" cy="4142440"/>
          </a:xfrm>
          <a:prstGeom prst="rect">
            <a:avLst/>
          </a:prstGeom>
        </p:spPr>
      </p:pic>
    </p:spTree>
    <p:extLst>
      <p:ext uri="{BB962C8B-B14F-4D97-AF65-F5344CB8AC3E}">
        <p14:creationId xmlns:p14="http://schemas.microsoft.com/office/powerpoint/2010/main" val="2729562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213D2-523D-60F0-FED6-3B2B29653A5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19CBC7-D175-BC9F-BA1E-AFC5C6B018E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E84373B-33BE-595C-9F2F-52727285CE0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4506290-A3B0-8DAB-9838-7D2EBF8F332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8C4B113-2BB1-18AA-7273-471A325D44F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FB94AB8-0523-1C87-E923-2155E64E4FC8}"/>
              </a:ext>
            </a:extLst>
          </p:cNvPr>
          <p:cNvPicPr>
            <a:picLocks noChangeAspect="1"/>
          </p:cNvPicPr>
          <p:nvPr/>
        </p:nvPicPr>
        <p:blipFill>
          <a:blip r:embed="rId3"/>
          <a:stretch>
            <a:fillRect/>
          </a:stretch>
        </p:blipFill>
        <p:spPr>
          <a:xfrm>
            <a:off x="470956" y="1469393"/>
            <a:ext cx="4289468" cy="4379985"/>
          </a:xfrm>
          <a:prstGeom prst="rect">
            <a:avLst/>
          </a:prstGeom>
        </p:spPr>
      </p:pic>
      <p:pic>
        <p:nvPicPr>
          <p:cNvPr id="6" name="Picture 5">
            <a:extLst>
              <a:ext uri="{FF2B5EF4-FFF2-40B4-BE49-F238E27FC236}">
                <a16:creationId xmlns:a16="http://schemas.microsoft.com/office/drawing/2014/main" id="{09B07293-9AC2-085D-2FD5-DE5AFE24148B}"/>
              </a:ext>
            </a:extLst>
          </p:cNvPr>
          <p:cNvPicPr>
            <a:picLocks noChangeAspect="1"/>
          </p:cNvPicPr>
          <p:nvPr/>
        </p:nvPicPr>
        <p:blipFill>
          <a:blip r:embed="rId4"/>
          <a:stretch>
            <a:fillRect/>
          </a:stretch>
        </p:blipFill>
        <p:spPr>
          <a:xfrm>
            <a:off x="5070764" y="1712422"/>
            <a:ext cx="4860174" cy="3740727"/>
          </a:xfrm>
          <a:prstGeom prst="rect">
            <a:avLst/>
          </a:prstGeom>
        </p:spPr>
      </p:pic>
    </p:spTree>
    <p:extLst>
      <p:ext uri="{BB962C8B-B14F-4D97-AF65-F5344CB8AC3E}">
        <p14:creationId xmlns:p14="http://schemas.microsoft.com/office/powerpoint/2010/main" val="2958998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15DF2-78C2-80EE-003B-B0DE966630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1DD56D6-B0EC-9EA8-7C9E-8D4E9454D33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BED4C55-0DBB-2DA5-655D-925E5F5CF14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DB92C54-80C0-15B5-C9B2-9303CE23DDE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CD1C69F-99AD-8AB6-A965-3A990127383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7407C5C-ECAE-2941-1442-A9BF2D1A94D5}"/>
              </a:ext>
            </a:extLst>
          </p:cNvPr>
          <p:cNvPicPr>
            <a:picLocks noChangeAspect="1"/>
          </p:cNvPicPr>
          <p:nvPr/>
        </p:nvPicPr>
        <p:blipFill>
          <a:blip r:embed="rId3"/>
          <a:stretch>
            <a:fillRect/>
          </a:stretch>
        </p:blipFill>
        <p:spPr>
          <a:xfrm>
            <a:off x="197073" y="1275371"/>
            <a:ext cx="4968602" cy="4379985"/>
          </a:xfrm>
          <a:prstGeom prst="rect">
            <a:avLst/>
          </a:prstGeom>
        </p:spPr>
      </p:pic>
      <p:pic>
        <p:nvPicPr>
          <p:cNvPr id="3" name="Picture 2">
            <a:extLst>
              <a:ext uri="{FF2B5EF4-FFF2-40B4-BE49-F238E27FC236}">
                <a16:creationId xmlns:a16="http://schemas.microsoft.com/office/drawing/2014/main" id="{769F5F97-A969-C098-1013-5A9555E587B5}"/>
              </a:ext>
            </a:extLst>
          </p:cNvPr>
          <p:cNvPicPr>
            <a:picLocks noChangeAspect="1"/>
          </p:cNvPicPr>
          <p:nvPr/>
        </p:nvPicPr>
        <p:blipFill>
          <a:blip r:embed="rId4"/>
          <a:stretch>
            <a:fillRect/>
          </a:stretch>
        </p:blipFill>
        <p:spPr>
          <a:xfrm>
            <a:off x="5610503" y="1275371"/>
            <a:ext cx="4531023" cy="4111276"/>
          </a:xfrm>
          <a:prstGeom prst="rect">
            <a:avLst/>
          </a:prstGeom>
        </p:spPr>
      </p:pic>
    </p:spTree>
    <p:extLst>
      <p:ext uri="{BB962C8B-B14F-4D97-AF65-F5344CB8AC3E}">
        <p14:creationId xmlns:p14="http://schemas.microsoft.com/office/powerpoint/2010/main" val="2914939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4AEF7-03E8-75E9-DE5B-E3EF1263A9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C21BD85-D38E-4CFA-9C59-27AB6C68FC4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D70E1E1-6B64-1E57-5E30-55B1969E9FA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C083799-B356-2FBA-983F-6BC681F012F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95C9B65-7127-EA6C-81C3-3FD626D6BFA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6FC7A684-1203-F661-A05E-0685CA9DAED8}"/>
              </a:ext>
            </a:extLst>
          </p:cNvPr>
          <p:cNvPicPr>
            <a:picLocks noChangeAspect="1"/>
          </p:cNvPicPr>
          <p:nvPr/>
        </p:nvPicPr>
        <p:blipFill>
          <a:blip r:embed="rId3"/>
          <a:stretch>
            <a:fillRect/>
          </a:stretch>
        </p:blipFill>
        <p:spPr>
          <a:xfrm>
            <a:off x="2166778" y="1678133"/>
            <a:ext cx="6446533" cy="3904496"/>
          </a:xfrm>
          <a:prstGeom prst="rect">
            <a:avLst/>
          </a:prstGeom>
        </p:spPr>
      </p:pic>
    </p:spTree>
    <p:extLst>
      <p:ext uri="{BB962C8B-B14F-4D97-AF65-F5344CB8AC3E}">
        <p14:creationId xmlns:p14="http://schemas.microsoft.com/office/powerpoint/2010/main" val="4026292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E29E4C9-6649-01C8-C46D-7704717C0009}"/>
              </a:ext>
            </a:extLst>
          </p:cNvPr>
          <p:cNvSpPr txBox="1"/>
          <p:nvPr/>
        </p:nvSpPr>
        <p:spPr>
          <a:xfrm>
            <a:off x="554037" y="1079666"/>
            <a:ext cx="8479473" cy="5355312"/>
          </a:xfrm>
          <a:prstGeom prst="rect">
            <a:avLst/>
          </a:prstGeom>
          <a:noFill/>
        </p:spPr>
        <p:txBody>
          <a:bodyPr wrap="square">
            <a:spAutoFit/>
          </a:bodyPr>
          <a:lstStyle/>
          <a:p>
            <a:pPr>
              <a:buNone/>
            </a:pPr>
            <a:endParaRPr lang="en-US" b="1" dirty="0"/>
          </a:p>
          <a:p>
            <a:pPr marL="342900" lvl="0" indent="-342900">
              <a:buFont typeface="Arial" panose="020B0604020202020204" pitchFamily="34" charset="0"/>
              <a:buChar char="•"/>
            </a:pPr>
            <a:r>
              <a:rPr lang="en-US" b="1" dirty="0">
                <a:solidFill>
                  <a:schemeClr val="tx1">
                    <a:lumMod val="75000"/>
                    <a:lumOff val="25000"/>
                  </a:schemeClr>
                </a:solidFill>
              </a:rPr>
              <a:t>Predictive Analysis:</a:t>
            </a:r>
            <a:r>
              <a:rPr lang="en-US" dirty="0">
                <a:solidFill>
                  <a:schemeClr val="tx1">
                    <a:lumMod val="75000"/>
                    <a:lumOff val="25000"/>
                  </a:schemeClr>
                </a:solidFill>
              </a:rPr>
              <a:t> Develop machine learning models to predict crop yield and profitability for different seasons.</a:t>
            </a:r>
          </a:p>
          <a:p>
            <a:pPr marL="342900" lvl="0" indent="-342900">
              <a:buFont typeface="Arial" panose="020B0604020202020204" pitchFamily="34" charset="0"/>
              <a:buChar char="•"/>
            </a:pPr>
            <a:endParaRPr lang="en-US" dirty="0">
              <a:solidFill>
                <a:schemeClr val="tx1">
                  <a:lumMod val="75000"/>
                  <a:lumOff val="25000"/>
                </a:schemeClr>
              </a:solidFill>
            </a:endParaRPr>
          </a:p>
          <a:p>
            <a:pPr marL="342900" lvl="0" indent="-342900">
              <a:buFont typeface="Arial" panose="020B0604020202020204" pitchFamily="34" charset="0"/>
              <a:buChar char="•"/>
            </a:pPr>
            <a:r>
              <a:rPr lang="en-US" b="1" dirty="0">
                <a:solidFill>
                  <a:schemeClr val="tx1">
                    <a:lumMod val="75000"/>
                    <a:lumOff val="25000"/>
                  </a:schemeClr>
                </a:solidFill>
              </a:rPr>
              <a:t>Weather Integration:</a:t>
            </a:r>
            <a:r>
              <a:rPr lang="en-US" dirty="0">
                <a:solidFill>
                  <a:schemeClr val="tx1">
                    <a:lumMod val="75000"/>
                    <a:lumOff val="25000"/>
                  </a:schemeClr>
                </a:solidFill>
              </a:rPr>
              <a:t> Incorporate real-time weather data such as rainfall and temperature for better seasonal forecasting.</a:t>
            </a:r>
          </a:p>
          <a:p>
            <a:pPr lvl="0"/>
            <a:endParaRPr lang="en-US" dirty="0">
              <a:solidFill>
                <a:schemeClr val="tx1">
                  <a:lumMod val="75000"/>
                  <a:lumOff val="25000"/>
                </a:schemeClr>
              </a:solidFill>
            </a:endParaRPr>
          </a:p>
          <a:p>
            <a:pPr marL="342900" lvl="0" indent="-342900">
              <a:buFont typeface="Arial" panose="020B0604020202020204" pitchFamily="34" charset="0"/>
              <a:buChar char="•"/>
            </a:pPr>
            <a:r>
              <a:rPr lang="en-US" b="1" dirty="0">
                <a:solidFill>
                  <a:schemeClr val="tx1">
                    <a:lumMod val="75000"/>
                    <a:lumOff val="25000"/>
                  </a:schemeClr>
                </a:solidFill>
              </a:rPr>
              <a:t>Crop Recommendation:</a:t>
            </a:r>
            <a:r>
              <a:rPr lang="en-US" dirty="0">
                <a:solidFill>
                  <a:schemeClr val="tx1">
                    <a:lumMod val="75000"/>
                    <a:lumOff val="25000"/>
                  </a:schemeClr>
                </a:solidFill>
              </a:rPr>
              <a:t> Build a recommendation system to suggest suitable crops based on soil, climate, season, and expected profitability.</a:t>
            </a:r>
          </a:p>
          <a:p>
            <a:pPr lvl="0"/>
            <a:endParaRPr lang="en-US" dirty="0">
              <a:solidFill>
                <a:schemeClr val="tx1">
                  <a:lumMod val="75000"/>
                  <a:lumOff val="25000"/>
                </a:schemeClr>
              </a:solidFill>
            </a:endParaRPr>
          </a:p>
          <a:p>
            <a:pPr marL="342900" lvl="0" indent="-342900">
              <a:buFont typeface="Arial" panose="020B0604020202020204" pitchFamily="34" charset="0"/>
              <a:buChar char="•"/>
            </a:pPr>
            <a:r>
              <a:rPr lang="en-US" b="1" dirty="0">
                <a:solidFill>
                  <a:schemeClr val="tx1">
                    <a:lumMod val="75000"/>
                    <a:lumOff val="25000"/>
                  </a:schemeClr>
                </a:solidFill>
              </a:rPr>
              <a:t>Resource Optimization:</a:t>
            </a:r>
            <a:r>
              <a:rPr lang="en-US" dirty="0">
                <a:solidFill>
                  <a:schemeClr val="tx1">
                    <a:lumMod val="75000"/>
                    <a:lumOff val="25000"/>
                  </a:schemeClr>
                </a:solidFill>
              </a:rPr>
              <a:t> Analyze water and fertilizer usage to improve resource efficiency and support sustainable farming.</a:t>
            </a:r>
          </a:p>
          <a:p>
            <a:pPr lvl="0"/>
            <a:endParaRPr lang="en-US" dirty="0">
              <a:solidFill>
                <a:schemeClr val="tx1">
                  <a:lumMod val="75000"/>
                  <a:lumOff val="25000"/>
                </a:schemeClr>
              </a:solidFill>
            </a:endParaRPr>
          </a:p>
          <a:p>
            <a:pPr marL="342900" lvl="0" indent="-342900">
              <a:buFont typeface="Arial" panose="020B0604020202020204" pitchFamily="34" charset="0"/>
              <a:buChar char="•"/>
            </a:pPr>
            <a:r>
              <a:rPr lang="en-US" b="1" dirty="0">
                <a:solidFill>
                  <a:schemeClr val="tx1">
                    <a:lumMod val="75000"/>
                    <a:lumOff val="25000"/>
                  </a:schemeClr>
                </a:solidFill>
              </a:rPr>
              <a:t>Regional Analysis:</a:t>
            </a:r>
            <a:r>
              <a:rPr lang="en-US" dirty="0">
                <a:solidFill>
                  <a:schemeClr val="tx1">
                    <a:lumMod val="75000"/>
                    <a:lumOff val="25000"/>
                  </a:schemeClr>
                </a:solidFill>
              </a:rPr>
              <a:t> Expand the system with more regions and historical datasets to identify long-term agricultural trends.</a:t>
            </a:r>
          </a:p>
          <a:p>
            <a:pPr lvl="0"/>
            <a:endParaRPr lang="en-US" dirty="0">
              <a:solidFill>
                <a:schemeClr val="tx1">
                  <a:lumMod val="75000"/>
                  <a:lumOff val="25000"/>
                </a:schemeClr>
              </a:solidFill>
            </a:endParaRPr>
          </a:p>
          <a:p>
            <a:pPr marL="342900" lvl="0" indent="-342900">
              <a:buFont typeface="Arial" panose="020B0604020202020204" pitchFamily="34" charset="0"/>
              <a:buChar char="•"/>
            </a:pPr>
            <a:r>
              <a:rPr lang="en-US" b="1" dirty="0">
                <a:solidFill>
                  <a:schemeClr val="tx1">
                    <a:lumMod val="75000"/>
                    <a:lumOff val="25000"/>
                  </a:schemeClr>
                </a:solidFill>
              </a:rPr>
              <a:t>Interactive Dashboard:</a:t>
            </a:r>
            <a:r>
              <a:rPr lang="en-US" dirty="0">
                <a:solidFill>
                  <a:schemeClr val="tx1">
                    <a:lumMod val="75000"/>
                    <a:lumOff val="25000"/>
                  </a:schemeClr>
                </a:solidFill>
              </a:rPr>
              <a:t> Develop a user-friendly dashboard for farmers, planners, and policymakers to monitor agricultural performance and make data-driven decisions.</a:t>
            </a:r>
          </a:p>
        </p:txBody>
      </p:sp>
    </p:spTree>
    <p:extLst>
      <p:ext uri="{BB962C8B-B14F-4D97-AF65-F5344CB8AC3E}">
        <p14:creationId xmlns:p14="http://schemas.microsoft.com/office/powerpoint/2010/main" val="776828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97289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018816" y="2497325"/>
            <a:ext cx="7232875" cy="646331"/>
          </a:xfrm>
          <a:prstGeom prst="rect">
            <a:avLst/>
          </a:prstGeom>
          <a:noFill/>
        </p:spPr>
        <p:txBody>
          <a:bodyPr wrap="square">
            <a:spAutoFit/>
          </a:bodyPr>
          <a:lstStyle/>
          <a:p>
            <a:r>
              <a:rPr lang="en-US" dirty="0"/>
              <a:t>https://github.com/Ysravanthi15/Seasonal-Agriculture-Performance-Analysis</a:t>
            </a:r>
          </a:p>
        </p:txBody>
      </p:sp>
      <p:pic>
        <p:nvPicPr>
          <p:cNvPr id="6" name="Picture 5">
            <a:extLst>
              <a:ext uri="{FF2B5EF4-FFF2-40B4-BE49-F238E27FC236}">
                <a16:creationId xmlns:a16="http://schemas.microsoft.com/office/drawing/2014/main" id="{96A6E70D-70ED-C614-B8CC-6F78D09D556C}"/>
              </a:ext>
            </a:extLst>
          </p:cNvPr>
          <p:cNvPicPr>
            <a:picLocks noChangeAspect="1"/>
          </p:cNvPicPr>
          <p:nvPr/>
        </p:nvPicPr>
        <p:blipFill>
          <a:blip r:embed="rId3"/>
          <a:stretch>
            <a:fillRect/>
          </a:stretch>
        </p:blipFill>
        <p:spPr>
          <a:xfrm>
            <a:off x="7346605" y="1698442"/>
            <a:ext cx="2405626" cy="3461115"/>
          </a:xfrm>
          <a:prstGeom prst="rect">
            <a:avLst/>
          </a:prstGeom>
        </p:spPr>
      </p:pic>
    </p:spTree>
    <p:extLst>
      <p:ext uri="{BB962C8B-B14F-4D97-AF65-F5344CB8AC3E}">
        <p14:creationId xmlns:p14="http://schemas.microsoft.com/office/powerpoint/2010/main" val="3863610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0F4B8B64-477E-71C6-769B-0B3DDB17C90B}"/>
              </a:ext>
            </a:extLst>
          </p:cNvPr>
          <p:cNvPicPr>
            <a:picLocks noChangeAspect="1"/>
          </p:cNvPicPr>
          <p:nvPr/>
        </p:nvPicPr>
        <p:blipFill>
          <a:blip r:embed="rId3"/>
          <a:stretch>
            <a:fillRect/>
          </a:stretch>
        </p:blipFill>
        <p:spPr>
          <a:xfrm>
            <a:off x="1359922" y="1656936"/>
            <a:ext cx="6656318" cy="4697535"/>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4" name="Picture 3">
            <a:extLst>
              <a:ext uri="{FF2B5EF4-FFF2-40B4-BE49-F238E27FC236}">
                <a16:creationId xmlns:a16="http://schemas.microsoft.com/office/drawing/2014/main" id="{E256AE57-C7BB-93BD-72A5-F7C6D9870910}"/>
              </a:ext>
            </a:extLst>
          </p:cNvPr>
          <p:cNvPicPr>
            <a:picLocks noChangeAspect="1"/>
          </p:cNvPicPr>
          <p:nvPr/>
        </p:nvPicPr>
        <p:blipFill>
          <a:blip r:embed="rId3"/>
          <a:stretch>
            <a:fillRect/>
          </a:stretch>
        </p:blipFill>
        <p:spPr>
          <a:xfrm>
            <a:off x="2868973" y="1120370"/>
            <a:ext cx="5081109" cy="463019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1598</TotalTime>
  <Words>567</Words>
  <Application>Microsoft Office PowerPoint</Application>
  <PresentationFormat>Widescreen</PresentationFormat>
  <Paragraphs>61</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23MH1A4464</cp:lastModifiedBy>
  <cp:revision>99</cp:revision>
  <dcterms:created xsi:type="dcterms:W3CDTF">2021-07-11T13:13:15Z</dcterms:created>
  <dcterms:modified xsi:type="dcterms:W3CDTF">2026-09-07T14:17:44Z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